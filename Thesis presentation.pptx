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Montserra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30" roundtripDataSignature="AMtx7mjP44XtXwVrXD9JXEXyjvyarHi9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font" Target="fonts/Roboto-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azdhs.gov/health-stats/menu/info/trend/index.php?pg=deaths" TargetMode="External"/><Relationship Id="rId3" Type="http://schemas.openxmlformats.org/officeDocument/2006/relationships/hyperlink" Target="https://professional.heart.org/en/science-news/heart-disease-and-stroke-statistics-2022-update"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Our business problem iAssist  Arizona state on factors that affect the cost of heart disease treatment to strategically  minimize cost, save lives and better allocate resources.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This </a:t>
            </a:r>
            <a:r>
              <a:rPr lang="en-GB" sz="1200">
                <a:solidFill>
                  <a:schemeClr val="dk1"/>
                </a:solidFill>
                <a:latin typeface="Times New Roman"/>
                <a:ea typeface="Times New Roman"/>
                <a:cs typeface="Times New Roman"/>
                <a:sym typeface="Times New Roman"/>
              </a:rPr>
              <a:t>stated in a way one can  use the data collected from  reliable sources and apply analytical tools and techniques to understand the trend of heart disease, factors affecting the cost, mortality rate etc  in the  state Arizona.</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3c36ff2f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13c36ff2fe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The way the problem was brought.  We got data for leading cause of death from Arizona department of health and human servise </a:t>
            </a:r>
            <a:endParaRPr/>
          </a:p>
          <a:p>
            <a:pPr indent="0" lvl="0" marL="0" rtl="0" algn="l">
              <a:lnSpc>
                <a:spcPct val="100000"/>
              </a:lnSpc>
              <a:spcBef>
                <a:spcPts val="0"/>
              </a:spcBef>
              <a:spcAft>
                <a:spcPts val="0"/>
              </a:spcAft>
              <a:buSzPts val="1400"/>
              <a:buNone/>
            </a:pPr>
            <a:r>
              <a:rPr lang="en-GB"/>
              <a:t>By looking at the bar graph you can see the most killing disease over the period from  2009- 2019 in the state of Arizona.</a:t>
            </a:r>
            <a:br>
              <a:rPr lang="en-GB"/>
            </a:br>
            <a:r>
              <a:rPr lang="en-GB"/>
              <a:t>- 23.5% of the population in the united states die of heart disease this  equivalent to  nine hundred thousand of people within the united states in the year of 2019.</a:t>
            </a:r>
            <a:endParaRPr/>
          </a:p>
          <a:p>
            <a:pPr indent="0" lvl="0" marL="0" rtl="0" algn="l">
              <a:lnSpc>
                <a:spcPct val="100000"/>
              </a:lnSpc>
              <a:spcBef>
                <a:spcPts val="0"/>
              </a:spcBef>
              <a:spcAft>
                <a:spcPts val="0"/>
              </a:spcAft>
              <a:buSzPts val="1400"/>
              <a:buNone/>
            </a:pPr>
            <a:r>
              <a:rPr lang="en-GB"/>
              <a:t>-Death caused by accidents between this time period is not even close to this number. </a:t>
            </a:r>
            <a:endParaRPr/>
          </a:p>
          <a:p>
            <a:pPr indent="0" lvl="0" marL="0" rtl="0" algn="l">
              <a:lnSpc>
                <a:spcPct val="100000"/>
              </a:lnSpc>
              <a:spcBef>
                <a:spcPts val="0"/>
              </a:spcBef>
              <a:spcAft>
                <a:spcPts val="0"/>
              </a:spcAft>
              <a:buSzPts val="1400"/>
              <a:buNone/>
            </a:pPr>
            <a:r>
              <a:rPr lang="en-GB"/>
              <a:t>-And yet you see more accidents on the road.</a:t>
            </a:r>
            <a:endParaRPr/>
          </a:p>
          <a:p>
            <a:pPr indent="0" lvl="0" marL="0" rtl="0" algn="l">
              <a:lnSpc>
                <a:spcPct val="100000"/>
              </a:lnSpc>
              <a:spcBef>
                <a:spcPts val="0"/>
              </a:spcBef>
              <a:spcAft>
                <a:spcPts val="0"/>
              </a:spcAft>
              <a:buSzPts val="1400"/>
              <a:buNone/>
            </a:pPr>
            <a:r>
              <a:rPr lang="en-GB"/>
              <a:t>So this helped us worth looking more into it and find ways save lives of uncured heart diseases. </a:t>
            </a:r>
            <a:endParaRPr/>
          </a:p>
          <a:p>
            <a:pPr indent="0" lvl="0" marL="0" rtl="0" algn="l">
              <a:lnSpc>
                <a:spcPct val="100000"/>
              </a:lnSpc>
              <a:spcBef>
                <a:spcPts val="0"/>
              </a:spcBef>
              <a:spcAft>
                <a:spcPts val="0"/>
              </a:spcAft>
              <a:buSzPts val="1400"/>
              <a:buNone/>
            </a:pPr>
            <a:r>
              <a:rPr lang="en-GB"/>
              <a:t>References</a:t>
            </a:r>
            <a:endParaRPr/>
          </a:p>
          <a:p>
            <a:pPr indent="0" lvl="0" marL="0" rtl="0" algn="l">
              <a:lnSpc>
                <a:spcPct val="100000"/>
              </a:lnSpc>
              <a:spcBef>
                <a:spcPts val="0"/>
              </a:spcBef>
              <a:spcAft>
                <a:spcPts val="0"/>
              </a:spcAft>
              <a:buSzPts val="1400"/>
              <a:buNone/>
            </a:pPr>
            <a:r>
              <a:rPr lang="en-GB" u="sng">
                <a:solidFill>
                  <a:schemeClr val="hlink"/>
                </a:solidFill>
                <a:hlinkClick r:id="rId2"/>
              </a:rPr>
              <a:t>https://pub.azdhs.gov/health-stats/menu/info/trend/index.php?pg=deaths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Number of people dying of heart diseases</a:t>
            </a:r>
            <a:r>
              <a:rPr lang="en-GB" u="sng">
                <a:solidFill>
                  <a:schemeClr val="hlink"/>
                </a:solidFill>
                <a:hlinkClick r:id="rId3"/>
              </a:rPr>
              <a:t>Heart Disease and Stroke Statistics - 2022 Update</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c301b2b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13c301b2b8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By using the advanced analytical techniques including logistical regression, and K-means, and tools such as Tableau, Power BI etc., we will be able to make effective use of statistical data to help Arizona  focus on factors affecting cost of heart diseases treatment to provide affordable and quality healthcare while reducing cost and allocating resources appropriately.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3cf7982f75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13cf7982f75_0_5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The data that was collected is within the arizona state.</a:t>
            </a:r>
            <a:endParaRPr/>
          </a:p>
          <a:p>
            <a:pPr indent="0" lvl="0" marL="0" rtl="0" algn="l">
              <a:lnSpc>
                <a:spcPct val="100000"/>
              </a:lnSpc>
              <a:spcBef>
                <a:spcPts val="0"/>
              </a:spcBef>
              <a:spcAft>
                <a:spcPts val="0"/>
              </a:spcAft>
              <a:buSzPts val="1400"/>
              <a:buNone/>
            </a:pPr>
            <a:r>
              <a:rPr lang="en-GB"/>
              <a:t>In order to build the model we had to grab all the necessary variables present for a heart disease treatment cost</a:t>
            </a:r>
            <a:endParaRPr/>
          </a:p>
          <a:p>
            <a:pPr indent="-304800" lvl="0" marL="457200" rtl="0" algn="l">
              <a:lnSpc>
                <a:spcPct val="115000"/>
              </a:lnSpc>
              <a:spcBef>
                <a:spcPts val="0"/>
              </a:spcBef>
              <a:spcAft>
                <a:spcPts val="0"/>
              </a:spcAft>
              <a:buClr>
                <a:srgbClr val="434343"/>
              </a:buClr>
              <a:buSzPts val="1200"/>
              <a:buFont typeface="Roboto"/>
              <a:buChar char="●"/>
            </a:pPr>
            <a:r>
              <a:rPr lang="en-GB" sz="1200">
                <a:solidFill>
                  <a:srgbClr val="434343"/>
                </a:solidFill>
                <a:latin typeface="Roboto"/>
                <a:ea typeface="Roboto"/>
                <a:cs typeface="Roboto"/>
                <a:sym typeface="Roboto"/>
              </a:rPr>
              <a:t>By doing numerous research in collecting information of different diseases and their cost. </a:t>
            </a:r>
            <a:endParaRPr sz="1200">
              <a:solidFill>
                <a:srgbClr val="434343"/>
              </a:solidFill>
              <a:latin typeface="Roboto"/>
              <a:ea typeface="Roboto"/>
              <a:cs typeface="Roboto"/>
              <a:sym typeface="Roboto"/>
            </a:endParaRPr>
          </a:p>
          <a:p>
            <a:pPr indent="0" lvl="0" marL="457200" rtl="0" algn="l">
              <a:lnSpc>
                <a:spcPct val="115000"/>
              </a:lnSpc>
              <a:spcBef>
                <a:spcPts val="0"/>
              </a:spcBef>
              <a:spcAft>
                <a:spcPts val="0"/>
              </a:spcAft>
              <a:buClr>
                <a:schemeClr val="dk1"/>
              </a:buClr>
              <a:buSzPts val="1100"/>
              <a:buFont typeface="Arial"/>
              <a:buNone/>
            </a:pPr>
            <a:r>
              <a:rPr lang="en-GB" sz="1200">
                <a:solidFill>
                  <a:srgbClr val="434343"/>
                </a:solidFill>
                <a:latin typeface="Roboto"/>
                <a:ea typeface="Roboto"/>
                <a:cs typeface="Roboto"/>
                <a:sym typeface="Roboto"/>
              </a:rPr>
              <a:t>We were able to put data together of what the cost is composed of </a:t>
            </a:r>
            <a:endParaRPr/>
          </a:p>
          <a:p>
            <a:pPr indent="0" lvl="0" marL="0" rtl="0" algn="l">
              <a:lnSpc>
                <a:spcPct val="100000"/>
              </a:lnSpc>
              <a:spcBef>
                <a:spcPts val="0"/>
              </a:spcBef>
              <a:spcAft>
                <a:spcPts val="0"/>
              </a:spcAft>
              <a:buSzPts val="1400"/>
              <a:buNone/>
            </a:pPr>
            <a:r>
              <a:rPr lang="en-GB"/>
              <a:t>These variables were collected from multiple sources which are reliable within the state of Arizona.</a:t>
            </a:r>
            <a:endParaRPr/>
          </a:p>
          <a:p>
            <a:pPr indent="0" lvl="0" marL="0" rtl="0" algn="l">
              <a:lnSpc>
                <a:spcPct val="100000"/>
              </a:lnSpc>
              <a:spcBef>
                <a:spcPts val="0"/>
              </a:spcBef>
              <a:spcAft>
                <a:spcPts val="0"/>
              </a:spcAft>
              <a:buSzPts val="1400"/>
              <a:buNone/>
            </a:pPr>
            <a:r>
              <a:rPr lang="en-GB"/>
              <a:t>However </a:t>
            </a:r>
            <a:r>
              <a:rPr lang="en-GB">
                <a:solidFill>
                  <a:schemeClr val="dk1"/>
                </a:solidFill>
                <a:latin typeface="Calibri"/>
                <a:ea typeface="Calibri"/>
                <a:cs typeface="Calibri"/>
                <a:sym typeface="Calibri"/>
              </a:rPr>
              <a:t>It is hard to obtain hospital Data because there is privacy laws like (HIPAA) that protect personal health information. Hospitals and other health service providers have to comply with the laws, that makes data hard to access within health care</a:t>
            </a:r>
            <a:endParaRPr/>
          </a:p>
          <a:p>
            <a:pPr indent="0" lvl="0" marL="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Char char="-"/>
            </a:pPr>
            <a:r>
              <a:rPr lang="en-GB"/>
              <a:t>We did try to call hospitals for some of the information </a:t>
            </a:r>
            <a:endParaRPr/>
          </a:p>
          <a:p>
            <a:pPr indent="-317500" lvl="0" marL="457200" rtl="0" algn="l">
              <a:lnSpc>
                <a:spcPct val="100000"/>
              </a:lnSpc>
              <a:spcBef>
                <a:spcPts val="0"/>
              </a:spcBef>
              <a:spcAft>
                <a:spcPts val="0"/>
              </a:spcAft>
              <a:buSzPts val="1400"/>
              <a:buChar char="-"/>
            </a:pPr>
            <a:r>
              <a:rPr lang="en-GB"/>
              <a:t>Some friends we had that worked at the hospitals and it was not as successful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c301b2b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13c301b2b8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K-means algorithm partition dataset into distinct non-overlapping clusters such that every data point belongs to only one specific group (</a:t>
            </a:r>
            <a:r>
              <a:rPr lang="en-GB" sz="1200">
                <a:solidFill>
                  <a:schemeClr val="dk1"/>
                </a:solidFill>
              </a:rPr>
              <a:t>Dabbura, 2020)</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Linear regression analysis is used to predict the value of a variable based on the value of another variable. Giving us variables that are statistically significant with the dependent variable.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3c301b2b87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13c301b2b87_0_7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 For the Silhouette method, we used the Silhouette  coefficient to evaluate and validate the model. we got  0.41 for the Silhouette coefficient, which shows that the diseases with their charges belong to the correct clusters. The silhouette score falls within the range of -1 and 1. Any score closer to 1 shows that cluster is well segregated (Bhardwaj 2021).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Silhouette Score calculate the goodness of a clustering technique. Its value ranges from -1 to 1. </a:t>
            </a:r>
            <a:endParaRPr/>
          </a:p>
          <a:p>
            <a:pPr indent="0" lvl="0" marL="0" rtl="0" algn="l">
              <a:lnSpc>
                <a:spcPct val="100000"/>
              </a:lnSpc>
              <a:spcBef>
                <a:spcPts val="0"/>
              </a:spcBef>
              <a:spcAft>
                <a:spcPts val="0"/>
              </a:spcAft>
              <a:buSzPts val="1400"/>
              <a:buNone/>
            </a:pPr>
            <a:r>
              <a:rPr lang="en-GB"/>
              <a:t>1: Means clusters are well apart from each other and clearly distinguished</a:t>
            </a:r>
            <a:endParaRPr/>
          </a:p>
          <a:p>
            <a:pPr indent="0" lvl="0" marL="0" rtl="0" algn="l">
              <a:lnSpc>
                <a:spcPct val="100000"/>
              </a:lnSpc>
              <a:spcBef>
                <a:spcPts val="0"/>
              </a:spcBef>
              <a:spcAft>
                <a:spcPts val="0"/>
              </a:spcAft>
              <a:buSzPts val="1400"/>
              <a:buNone/>
            </a:pPr>
            <a:r>
              <a:rPr lang="en-GB"/>
              <a:t>0: Means clusters are indifferent, or we can say that the distance between clusters is not significant.</a:t>
            </a:r>
            <a:endParaRPr/>
          </a:p>
          <a:p>
            <a:pPr indent="0" lvl="0" marL="0" rtl="0" algn="l">
              <a:lnSpc>
                <a:spcPct val="100000"/>
              </a:lnSpc>
              <a:spcBef>
                <a:spcPts val="0"/>
              </a:spcBef>
              <a:spcAft>
                <a:spcPts val="0"/>
              </a:spcAft>
              <a:buSzPts val="1400"/>
              <a:buNone/>
            </a:pPr>
            <a:r>
              <a:rPr lang="en-GB"/>
              <a:t>-1: Means clusters are assigned in the wrong way (</a:t>
            </a:r>
            <a:r>
              <a:rPr lang="en-GB">
                <a:solidFill>
                  <a:schemeClr val="dk1"/>
                </a:solidFill>
              </a:rPr>
              <a:t>Bhardwaj 2021).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3c301b2b87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13c301b2b87_0_8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The overall Silhouette coefficient for our cluster is 0.41 which verifies that the diseases with their charges belong to the correct clusters.</a:t>
            </a:r>
            <a:endParaRPr/>
          </a:p>
          <a:p>
            <a:pPr indent="0" lvl="0" marL="0" rtl="0" algn="l">
              <a:lnSpc>
                <a:spcPct val="100000"/>
              </a:lnSpc>
              <a:spcBef>
                <a:spcPts val="0"/>
              </a:spcBef>
              <a:spcAft>
                <a:spcPts val="0"/>
              </a:spcAft>
              <a:buSzPts val="1400"/>
              <a:buNone/>
            </a:pPr>
            <a:r>
              <a:rPr lang="en-GB"/>
              <a:t>we can see that the averages of the variables are computed with a low number of patients in cluster 3, which contains 337 patients. Cluster 3 has an   average 8.16 length of stay, $2,020.40 facility fee,  $1,702.56 professional fee, $158.31 medication cost,  $591.67 lab cost, and overall charges of $271,787.29 which is higher than both cluster 1 and 2.  Cluster 2 has 2,819 patients with an average 3.11 length of stay(days),  $248.12  facility fee,$209.08 professional fee, $19.44 medication cost, $72.66 lab cost, and total charge of $33,377.11, which is less than both cluster 1 and 3.</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Moreover, Cluster 1 has an average 393.9 patients with a total charge of $97,255.99, which is greater than cluster 2. We believe cluster 2 with high number of patients, less length of stay, less charge is the best choice based on this information provided in table 6.</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3cf7982f75_0_1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13cf7982f75_0_18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In order to visualise the behavior of the variables against the cost of treatment.</a:t>
            </a:r>
            <a:endParaRPr/>
          </a:p>
          <a:p>
            <a:pPr indent="0" lvl="0" marL="0" rtl="0" algn="l">
              <a:lnSpc>
                <a:spcPct val="100000"/>
              </a:lnSpc>
              <a:spcBef>
                <a:spcPts val="0"/>
              </a:spcBef>
              <a:spcAft>
                <a:spcPts val="0"/>
              </a:spcAft>
              <a:buSzPts val="1400"/>
              <a:buNone/>
            </a:pPr>
            <a:br>
              <a:rPr lang="en-GB"/>
            </a:br>
            <a:r>
              <a:rPr lang="en-GB"/>
              <a:t>We created a correlation matrix. THe bigger the cil the more correlation. </a:t>
            </a:r>
            <a:endParaRPr/>
          </a:p>
          <a:p>
            <a:pPr indent="0" lvl="0" marL="0" rtl="0" algn="l">
              <a:lnSpc>
                <a:spcPct val="100000"/>
              </a:lnSpc>
              <a:spcBef>
                <a:spcPts val="0"/>
              </a:spcBef>
              <a:spcAft>
                <a:spcPts val="0"/>
              </a:spcAft>
              <a:buSzPts val="1400"/>
              <a:buNone/>
            </a:pPr>
            <a:r>
              <a:rPr lang="en-GB"/>
              <a:t> the length of stay,facility fee, professional fee, Medication fee and lab cost. Show a high correlation coefficient. Indicating a linear relationship between the variables and charges(cost of treatment for heart diseases)</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3c301b2b87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13c301b2b87_0_8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After running the correlation matrix. </a:t>
            </a:r>
            <a:endParaRPr/>
          </a:p>
          <a:p>
            <a:pPr indent="0" lvl="0" marL="0" rtl="0" algn="l">
              <a:lnSpc>
                <a:spcPct val="100000"/>
              </a:lnSpc>
              <a:spcBef>
                <a:spcPts val="0"/>
              </a:spcBef>
              <a:spcAft>
                <a:spcPts val="0"/>
              </a:spcAft>
              <a:buSzPts val="1400"/>
              <a:buNone/>
            </a:pPr>
            <a:r>
              <a:rPr lang="en-GB"/>
              <a:t>We also run the linear regression model.  As shown the professional fee and the length of stay are the two variables that were statistically significant. With there p-value less than 0.05.  And the rest of the variables showed no effect that was observed.</a:t>
            </a:r>
            <a:endParaRPr/>
          </a:p>
          <a:p>
            <a:pPr indent="0" lvl="0" marL="0" rtl="0" algn="l">
              <a:lnSpc>
                <a:spcPct val="100000"/>
              </a:lnSpc>
              <a:spcBef>
                <a:spcPts val="0"/>
              </a:spcBef>
              <a:spcAft>
                <a:spcPts val="0"/>
              </a:spcAft>
              <a:buSzPts val="1400"/>
              <a:buNone/>
            </a:pPr>
            <a:r>
              <a:rPr lang="en-GB"/>
              <a:t>The professional fee coefficient had a foctor of 159.6 which is much higher  than any other predictors variable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3cf7982f75_0_47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13cf7982f75_0_47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We then run a regression model with just the statistically significant variables and those are the results we obtained.</a:t>
            </a:r>
            <a:endParaRPr/>
          </a:p>
          <a:p>
            <a:pPr indent="0" lvl="0" marL="0" rtl="0" algn="l">
              <a:lnSpc>
                <a:spcPct val="100000"/>
              </a:lnSpc>
              <a:spcBef>
                <a:spcPts val="0"/>
              </a:spcBef>
              <a:spcAft>
                <a:spcPts val="0"/>
              </a:spcAft>
              <a:buSzPts val="1400"/>
              <a:buNone/>
            </a:pPr>
            <a:r>
              <a:rPr lang="en-GB"/>
              <a:t>The two variables that are present in this figure have a p-value of less than 0.05. Indicating a linear relationship between the variables and the cost of treatment(charges).</a:t>
            </a:r>
            <a:endParaRPr/>
          </a:p>
          <a:p>
            <a:pPr indent="0" lvl="0" marL="0" rtl="0" algn="l">
              <a:lnSpc>
                <a:spcPct val="100000"/>
              </a:lnSpc>
              <a:spcBef>
                <a:spcPts val="0"/>
              </a:spcBef>
              <a:spcAft>
                <a:spcPts val="0"/>
              </a:spcAft>
              <a:buSzPts val="1400"/>
              <a:buNone/>
            </a:pPr>
            <a:r>
              <a:rPr lang="en-GB"/>
              <a:t>Knowing the professional fee has a strong relationship with the charges which means it plays a huge role in the increase of cost for treatment we have to look more into it.</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3cf7982f75_0_26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13cf7982f75_0_26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By looking at the pie chart shows the median salaries of everyone who operates in the medical field within Arizona state hospitals</a:t>
            </a:r>
            <a:endParaRPr/>
          </a:p>
          <a:p>
            <a:pPr indent="0" lvl="0" marL="0" rtl="0" algn="l">
              <a:lnSpc>
                <a:spcPct val="100000"/>
              </a:lnSpc>
              <a:spcBef>
                <a:spcPts val="0"/>
              </a:spcBef>
              <a:spcAft>
                <a:spcPts val="0"/>
              </a:spcAft>
              <a:buSzPts val="1400"/>
              <a:buNone/>
            </a:pPr>
            <a:r>
              <a:rPr lang="en-GB"/>
              <a:t>-	the list goes in order of the top paid and what percentage they get compared to everyone else.</a:t>
            </a:r>
            <a:endParaRPr/>
          </a:p>
          <a:p>
            <a:pPr indent="0" lvl="0" marL="0" rtl="0" algn="l">
              <a:lnSpc>
                <a:spcPct val="100000"/>
              </a:lnSpc>
              <a:spcBef>
                <a:spcPts val="0"/>
              </a:spcBef>
              <a:spcAft>
                <a:spcPts val="0"/>
              </a:spcAft>
              <a:buSzPts val="1400"/>
              <a:buNone/>
            </a:pPr>
            <a:r>
              <a:rPr lang="en-GB"/>
              <a:t>- 	within the top ten paid 4 of them work in the heart surgery operating room.</a:t>
            </a:r>
            <a:endParaRPr/>
          </a:p>
          <a:p>
            <a:pPr indent="0" lvl="0" marL="0" rtl="0" algn="l">
              <a:lnSpc>
                <a:spcPct val="100000"/>
              </a:lnSpc>
              <a:spcBef>
                <a:spcPts val="0"/>
              </a:spcBef>
              <a:spcAft>
                <a:spcPts val="0"/>
              </a:spcAft>
              <a:buSzPts val="1400"/>
              <a:buNone/>
            </a:pPr>
            <a:r>
              <a:rPr lang="en-GB"/>
              <a:t>- 	 	Therefore this plays a factor of increasing cost of treatment for the patient.</a:t>
            </a:r>
            <a:endParaRPr/>
          </a:p>
          <a:p>
            <a:pPr indent="0" lvl="0" marL="0" rtl="0" algn="l">
              <a:lnSpc>
                <a:spcPct val="100000"/>
              </a:lnSpc>
              <a:spcBef>
                <a:spcPts val="0"/>
              </a:spcBef>
              <a:spcAft>
                <a:spcPts val="0"/>
              </a:spcAft>
              <a:buSzPts val="1400"/>
              <a:buNone/>
            </a:pPr>
            <a:r>
              <a:rPr lang="en-GB"/>
              <a:t>- 	Making professional fee a good target to look into when trying to minimize the cost</a:t>
            </a:r>
            <a:endParaRPr/>
          </a:p>
          <a:p>
            <a:pPr indent="0" lvl="0" marL="0" rtl="0" algn="l">
              <a:lnSpc>
                <a:spcPct val="100000"/>
              </a:lnSpc>
              <a:spcBef>
                <a:spcPts val="0"/>
              </a:spcBef>
              <a:spcAft>
                <a:spcPts val="0"/>
              </a:spcAft>
              <a:buSzPts val="1400"/>
              <a:buNone/>
            </a:pPr>
            <a:r>
              <a:rPr lang="en-GB"/>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3c301b2b87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13c301b2b87_0_8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Our model will help give insight to Arizona as it will show the trends of variable that affect the cost of treatment.</a:t>
            </a:r>
            <a:endParaRPr/>
          </a:p>
          <a:p>
            <a:pPr indent="0" lvl="0" marL="0" rtl="0" algn="l">
              <a:lnSpc>
                <a:spcPct val="100000"/>
              </a:lnSpc>
              <a:spcBef>
                <a:spcPts val="0"/>
              </a:spcBef>
              <a:spcAft>
                <a:spcPts val="0"/>
              </a:spcAft>
              <a:buSzPts val="1400"/>
              <a:buNone/>
            </a:pPr>
            <a:r>
              <a:rPr lang="en-GB"/>
              <a:t>The k-means model result will help health services focus on heart diseases that are severe, educate people to go in for early diagnosis for treatment to save lives</a:t>
            </a:r>
            <a:endParaRPr/>
          </a:p>
          <a:p>
            <a:pPr indent="0" lvl="0" marL="0" rtl="0" algn="l">
              <a:lnSpc>
                <a:spcPct val="100000"/>
              </a:lnSpc>
              <a:spcBef>
                <a:spcPts val="0"/>
              </a:spcBef>
              <a:spcAft>
                <a:spcPts val="0"/>
              </a:spcAft>
              <a:buSzPts val="1400"/>
              <a:buNone/>
            </a:pPr>
            <a:r>
              <a:rPr lang="en-GB"/>
              <a:t>Based on the number of patients, length of stay, and facilty costs  results in our clusters, they will have a better idea on how to allocate resources approriately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3dcbb3d9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3dcbb3d9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3c301b2b87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13c301b2b87_0_8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Future recommendations can include getting more data and cross reference a larger dataset. Doing this  with  the actual model that generates an error rate for our training and testing datasets.  This will help validate  our model and give  a more ultimate solution to our business problem.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3"/>
          <p:cNvGrpSpPr/>
          <p:nvPr/>
        </p:nvGrpSpPr>
        <p:grpSpPr>
          <a:xfrm>
            <a:off x="6098378" y="5"/>
            <a:ext cx="3045625" cy="2030570"/>
            <a:chOff x="6098378" y="5"/>
            <a:chExt cx="3045625" cy="2030570"/>
          </a:xfrm>
        </p:grpSpPr>
        <p:sp>
          <p:nvSpPr>
            <p:cNvPr id="11" name="Google Shape;11;p2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23"/>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2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3">
    <p:bg>
      <p:bgPr>
        <a:solidFill>
          <a:srgbClr val="2D3142"/>
        </a:solidFill>
      </p:bgPr>
    </p:bg>
    <p:spTree>
      <p:nvGrpSpPr>
        <p:cNvPr id="19" name="Shape 19"/>
        <p:cNvGrpSpPr/>
        <p:nvPr/>
      </p:nvGrpSpPr>
      <p:grpSpPr>
        <a:xfrm>
          <a:off x="0" y="0"/>
          <a:ext cx="0" cy="0"/>
          <a:chOff x="0" y="0"/>
          <a:chExt cx="0" cy="0"/>
        </a:xfrm>
      </p:grpSpPr>
      <p:sp>
        <p:nvSpPr>
          <p:cNvPr id="20" name="Google Shape;20;g13cf7982f75_0_62"/>
          <p:cNvSpPr/>
          <p:nvPr/>
        </p:nvSpPr>
        <p:spPr>
          <a:xfrm>
            <a:off x="0" y="0"/>
            <a:ext cx="9144000" cy="5143500"/>
          </a:xfrm>
          <a:prstGeom prst="rect">
            <a:avLst/>
          </a:prstGeom>
          <a:solidFill>
            <a:srgbClr val="2D31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g13cf7982f75_0_62"/>
          <p:cNvSpPr/>
          <p:nvPr/>
        </p:nvSpPr>
        <p:spPr>
          <a:xfrm>
            <a:off x="336579" y="333100"/>
            <a:ext cx="8470800" cy="4505700"/>
          </a:xfrm>
          <a:prstGeom prst="rect">
            <a:avLst/>
          </a:prstGeom>
          <a:solidFill>
            <a:srgbClr val="2D314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13cf7982f75_0_62"/>
          <p:cNvSpPr/>
          <p:nvPr/>
        </p:nvSpPr>
        <p:spPr>
          <a:xfrm>
            <a:off x="141725" y="656801"/>
            <a:ext cx="8860500" cy="3858300"/>
          </a:xfrm>
          <a:prstGeom prst="rect">
            <a:avLst/>
          </a:prstGeom>
          <a:solidFill>
            <a:srgbClr val="2D31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13cf7982f75_0_62"/>
          <p:cNvSpPr txBox="1"/>
          <p:nvPr>
            <p:ph type="title"/>
          </p:nvPr>
        </p:nvSpPr>
        <p:spPr>
          <a:xfrm>
            <a:off x="813263" y="977425"/>
            <a:ext cx="4252200" cy="159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F2D7EE"/>
              </a:buClr>
              <a:buSzPts val="3000"/>
              <a:buNone/>
              <a:defRPr b="1" sz="3000">
                <a:solidFill>
                  <a:srgbClr val="F2D7EE"/>
                </a:solidFill>
              </a:defRPr>
            </a:lvl1pPr>
            <a:lvl2pPr lvl="1" algn="l">
              <a:lnSpc>
                <a:spcPct val="100000"/>
              </a:lnSpc>
              <a:spcBef>
                <a:spcPts val="0"/>
              </a:spcBef>
              <a:spcAft>
                <a:spcPts val="0"/>
              </a:spcAft>
              <a:buClr>
                <a:srgbClr val="F2D7EE"/>
              </a:buClr>
              <a:buSzPts val="3200"/>
              <a:buNone/>
              <a:defRPr b="1" sz="3200">
                <a:solidFill>
                  <a:srgbClr val="F2D7EE"/>
                </a:solidFill>
              </a:defRPr>
            </a:lvl2pPr>
            <a:lvl3pPr lvl="2" algn="l">
              <a:lnSpc>
                <a:spcPct val="100000"/>
              </a:lnSpc>
              <a:spcBef>
                <a:spcPts val="0"/>
              </a:spcBef>
              <a:spcAft>
                <a:spcPts val="0"/>
              </a:spcAft>
              <a:buClr>
                <a:srgbClr val="F2D7EE"/>
              </a:buClr>
              <a:buSzPts val="3200"/>
              <a:buNone/>
              <a:defRPr b="1" sz="3200">
                <a:solidFill>
                  <a:srgbClr val="F2D7EE"/>
                </a:solidFill>
              </a:defRPr>
            </a:lvl3pPr>
            <a:lvl4pPr lvl="3" algn="l">
              <a:lnSpc>
                <a:spcPct val="100000"/>
              </a:lnSpc>
              <a:spcBef>
                <a:spcPts val="0"/>
              </a:spcBef>
              <a:spcAft>
                <a:spcPts val="0"/>
              </a:spcAft>
              <a:buClr>
                <a:srgbClr val="F2D7EE"/>
              </a:buClr>
              <a:buSzPts val="3200"/>
              <a:buNone/>
              <a:defRPr b="1" sz="3200">
                <a:solidFill>
                  <a:srgbClr val="F2D7EE"/>
                </a:solidFill>
              </a:defRPr>
            </a:lvl4pPr>
            <a:lvl5pPr lvl="4" algn="l">
              <a:lnSpc>
                <a:spcPct val="100000"/>
              </a:lnSpc>
              <a:spcBef>
                <a:spcPts val="0"/>
              </a:spcBef>
              <a:spcAft>
                <a:spcPts val="0"/>
              </a:spcAft>
              <a:buClr>
                <a:srgbClr val="F2D7EE"/>
              </a:buClr>
              <a:buSzPts val="3200"/>
              <a:buNone/>
              <a:defRPr b="1" sz="3200">
                <a:solidFill>
                  <a:srgbClr val="F2D7EE"/>
                </a:solidFill>
              </a:defRPr>
            </a:lvl5pPr>
            <a:lvl6pPr lvl="5" algn="l">
              <a:lnSpc>
                <a:spcPct val="100000"/>
              </a:lnSpc>
              <a:spcBef>
                <a:spcPts val="0"/>
              </a:spcBef>
              <a:spcAft>
                <a:spcPts val="0"/>
              </a:spcAft>
              <a:buClr>
                <a:srgbClr val="F2D7EE"/>
              </a:buClr>
              <a:buSzPts val="3200"/>
              <a:buNone/>
              <a:defRPr b="1" sz="3200">
                <a:solidFill>
                  <a:srgbClr val="F2D7EE"/>
                </a:solidFill>
              </a:defRPr>
            </a:lvl6pPr>
            <a:lvl7pPr lvl="6" algn="l">
              <a:lnSpc>
                <a:spcPct val="100000"/>
              </a:lnSpc>
              <a:spcBef>
                <a:spcPts val="0"/>
              </a:spcBef>
              <a:spcAft>
                <a:spcPts val="0"/>
              </a:spcAft>
              <a:buClr>
                <a:srgbClr val="F2D7EE"/>
              </a:buClr>
              <a:buSzPts val="3200"/>
              <a:buNone/>
              <a:defRPr b="1" sz="3200">
                <a:solidFill>
                  <a:srgbClr val="F2D7EE"/>
                </a:solidFill>
              </a:defRPr>
            </a:lvl7pPr>
            <a:lvl8pPr lvl="7" algn="l">
              <a:lnSpc>
                <a:spcPct val="100000"/>
              </a:lnSpc>
              <a:spcBef>
                <a:spcPts val="0"/>
              </a:spcBef>
              <a:spcAft>
                <a:spcPts val="0"/>
              </a:spcAft>
              <a:buClr>
                <a:srgbClr val="F2D7EE"/>
              </a:buClr>
              <a:buSzPts val="3200"/>
              <a:buNone/>
              <a:defRPr b="1" sz="3200">
                <a:solidFill>
                  <a:srgbClr val="F2D7EE"/>
                </a:solidFill>
              </a:defRPr>
            </a:lvl8pPr>
            <a:lvl9pPr lvl="8" algn="l">
              <a:lnSpc>
                <a:spcPct val="100000"/>
              </a:lnSpc>
              <a:spcBef>
                <a:spcPts val="0"/>
              </a:spcBef>
              <a:spcAft>
                <a:spcPts val="0"/>
              </a:spcAft>
              <a:buClr>
                <a:srgbClr val="F2D7EE"/>
              </a:buClr>
              <a:buSzPts val="3200"/>
              <a:buNone/>
              <a:defRPr b="1" sz="3200">
                <a:solidFill>
                  <a:srgbClr val="F2D7EE"/>
                </a:solidFill>
              </a:defRPr>
            </a:lvl9pPr>
          </a:lstStyle>
          <a:p/>
        </p:txBody>
      </p:sp>
      <p:sp>
        <p:nvSpPr>
          <p:cNvPr id="24" name="Google Shape;24;g13cf7982f75_0_62"/>
          <p:cNvSpPr txBox="1"/>
          <p:nvPr>
            <p:ph idx="1" type="body"/>
          </p:nvPr>
        </p:nvSpPr>
        <p:spPr>
          <a:xfrm>
            <a:off x="813263" y="2651475"/>
            <a:ext cx="4252200" cy="1541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rgbClr val="F2D7EE"/>
              </a:buClr>
              <a:buSzPts val="1400"/>
              <a:buChar char="●"/>
              <a:defRPr sz="1400">
                <a:solidFill>
                  <a:srgbClr val="F2D7EE"/>
                </a:solidFill>
              </a:defRPr>
            </a:lvl1pPr>
            <a:lvl2pPr indent="-304800" lvl="1" marL="914400" algn="l">
              <a:lnSpc>
                <a:spcPct val="115000"/>
              </a:lnSpc>
              <a:spcBef>
                <a:spcPts val="1600"/>
              </a:spcBef>
              <a:spcAft>
                <a:spcPts val="0"/>
              </a:spcAft>
              <a:buClr>
                <a:srgbClr val="F2D7EE"/>
              </a:buClr>
              <a:buSzPts val="1200"/>
              <a:buChar char="○"/>
              <a:defRPr sz="1200">
                <a:solidFill>
                  <a:srgbClr val="F2D7EE"/>
                </a:solidFill>
              </a:defRPr>
            </a:lvl2pPr>
            <a:lvl3pPr indent="-304800" lvl="2" marL="1371600" algn="l">
              <a:lnSpc>
                <a:spcPct val="115000"/>
              </a:lnSpc>
              <a:spcBef>
                <a:spcPts val="1600"/>
              </a:spcBef>
              <a:spcAft>
                <a:spcPts val="0"/>
              </a:spcAft>
              <a:buClr>
                <a:srgbClr val="F2D7EE"/>
              </a:buClr>
              <a:buSzPts val="1200"/>
              <a:buChar char="■"/>
              <a:defRPr sz="1200">
                <a:solidFill>
                  <a:srgbClr val="F2D7EE"/>
                </a:solidFill>
              </a:defRPr>
            </a:lvl3pPr>
            <a:lvl4pPr indent="-304800" lvl="3" marL="1828800" algn="l">
              <a:lnSpc>
                <a:spcPct val="115000"/>
              </a:lnSpc>
              <a:spcBef>
                <a:spcPts val="1600"/>
              </a:spcBef>
              <a:spcAft>
                <a:spcPts val="0"/>
              </a:spcAft>
              <a:buClr>
                <a:srgbClr val="F2D7EE"/>
              </a:buClr>
              <a:buSzPts val="1200"/>
              <a:buChar char="●"/>
              <a:defRPr sz="1200">
                <a:solidFill>
                  <a:srgbClr val="F2D7EE"/>
                </a:solidFill>
              </a:defRPr>
            </a:lvl4pPr>
            <a:lvl5pPr indent="-304800" lvl="4" marL="2286000" algn="l">
              <a:lnSpc>
                <a:spcPct val="115000"/>
              </a:lnSpc>
              <a:spcBef>
                <a:spcPts val="1600"/>
              </a:spcBef>
              <a:spcAft>
                <a:spcPts val="0"/>
              </a:spcAft>
              <a:buClr>
                <a:srgbClr val="F2D7EE"/>
              </a:buClr>
              <a:buSzPts val="1200"/>
              <a:buChar char="○"/>
              <a:defRPr sz="1200">
                <a:solidFill>
                  <a:srgbClr val="F2D7EE"/>
                </a:solidFill>
              </a:defRPr>
            </a:lvl5pPr>
            <a:lvl6pPr indent="-304800" lvl="5" marL="2743200" algn="l">
              <a:lnSpc>
                <a:spcPct val="115000"/>
              </a:lnSpc>
              <a:spcBef>
                <a:spcPts val="1600"/>
              </a:spcBef>
              <a:spcAft>
                <a:spcPts val="0"/>
              </a:spcAft>
              <a:buClr>
                <a:srgbClr val="F2D7EE"/>
              </a:buClr>
              <a:buSzPts val="1200"/>
              <a:buChar char="■"/>
              <a:defRPr sz="1200">
                <a:solidFill>
                  <a:srgbClr val="F2D7EE"/>
                </a:solidFill>
              </a:defRPr>
            </a:lvl6pPr>
            <a:lvl7pPr indent="-304800" lvl="6" marL="3200400" algn="l">
              <a:lnSpc>
                <a:spcPct val="115000"/>
              </a:lnSpc>
              <a:spcBef>
                <a:spcPts val="1600"/>
              </a:spcBef>
              <a:spcAft>
                <a:spcPts val="0"/>
              </a:spcAft>
              <a:buClr>
                <a:srgbClr val="F2D7EE"/>
              </a:buClr>
              <a:buSzPts val="1200"/>
              <a:buChar char="●"/>
              <a:defRPr sz="1200">
                <a:solidFill>
                  <a:srgbClr val="F2D7EE"/>
                </a:solidFill>
              </a:defRPr>
            </a:lvl7pPr>
            <a:lvl8pPr indent="-304800" lvl="7" marL="3657600" algn="l">
              <a:lnSpc>
                <a:spcPct val="115000"/>
              </a:lnSpc>
              <a:spcBef>
                <a:spcPts val="1600"/>
              </a:spcBef>
              <a:spcAft>
                <a:spcPts val="0"/>
              </a:spcAft>
              <a:buClr>
                <a:srgbClr val="F2D7EE"/>
              </a:buClr>
              <a:buSzPts val="1200"/>
              <a:buChar char="○"/>
              <a:defRPr sz="1200">
                <a:solidFill>
                  <a:srgbClr val="F2D7EE"/>
                </a:solidFill>
              </a:defRPr>
            </a:lvl8pPr>
            <a:lvl9pPr indent="-304800" lvl="8" marL="4114800" algn="l">
              <a:lnSpc>
                <a:spcPct val="115000"/>
              </a:lnSpc>
              <a:spcBef>
                <a:spcPts val="1600"/>
              </a:spcBef>
              <a:spcAft>
                <a:spcPts val="1600"/>
              </a:spcAft>
              <a:buClr>
                <a:srgbClr val="F2D7EE"/>
              </a:buClr>
              <a:buSzPts val="1200"/>
              <a:buChar char="■"/>
              <a:defRPr sz="1200">
                <a:solidFill>
                  <a:srgbClr val="F2D7EE"/>
                </a:solidFill>
              </a:defRPr>
            </a:lvl9pPr>
          </a:lstStyle>
          <a:p/>
        </p:txBody>
      </p:sp>
      <p:sp>
        <p:nvSpPr>
          <p:cNvPr id="25" name="Google Shape;25;g13cf7982f75_0_6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AUTOLAYOUT_2">
    <p:bg>
      <p:bgPr>
        <a:solidFill>
          <a:srgbClr val="FFFFFF"/>
        </a:solidFill>
      </p:bgPr>
    </p:bg>
    <p:spTree>
      <p:nvGrpSpPr>
        <p:cNvPr id="26" name="Shape 26"/>
        <p:cNvGrpSpPr/>
        <p:nvPr/>
      </p:nvGrpSpPr>
      <p:grpSpPr>
        <a:xfrm>
          <a:off x="0" y="0"/>
          <a:ext cx="0" cy="0"/>
          <a:chOff x="0" y="0"/>
          <a:chExt cx="0" cy="0"/>
        </a:xfrm>
      </p:grpSpPr>
      <p:sp>
        <p:nvSpPr>
          <p:cNvPr id="27" name="Google Shape;27;g13c301b2b87_0_774"/>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 name="Google Shape;28;g13c301b2b87_0_774"/>
          <p:cNvGrpSpPr/>
          <p:nvPr/>
        </p:nvGrpSpPr>
        <p:grpSpPr>
          <a:xfrm>
            <a:off x="0" y="0"/>
            <a:ext cx="4316700" cy="5143500"/>
            <a:chOff x="0" y="0"/>
            <a:chExt cx="4316700" cy="5143500"/>
          </a:xfrm>
        </p:grpSpPr>
        <p:sp>
          <p:nvSpPr>
            <p:cNvPr id="29" name="Google Shape;29;g13c301b2b87_0_774"/>
            <p:cNvSpPr/>
            <p:nvPr/>
          </p:nvSpPr>
          <p:spPr>
            <a:xfrm>
              <a:off x="0" y="0"/>
              <a:ext cx="4316700" cy="5143500"/>
            </a:xfrm>
            <a:prstGeom prst="rect">
              <a:avLst/>
            </a:prstGeom>
            <a:solidFill>
              <a:srgbClr val="284F7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g13c301b2b87_0_774"/>
            <p:cNvSpPr/>
            <p:nvPr/>
          </p:nvSpPr>
          <p:spPr>
            <a:xfrm>
              <a:off x="386075" y="4599625"/>
              <a:ext cx="13545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13c301b2b87_0_774"/>
            <p:cNvSpPr/>
            <p:nvPr/>
          </p:nvSpPr>
          <p:spPr>
            <a:xfrm>
              <a:off x="841363" y="4599625"/>
              <a:ext cx="1428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13c301b2b87_0_774"/>
            <p:cNvSpPr/>
            <p:nvPr/>
          </p:nvSpPr>
          <p:spPr>
            <a:xfrm>
              <a:off x="1142492" y="4599625"/>
              <a:ext cx="1428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g13c301b2b87_0_774"/>
            <p:cNvSpPr/>
            <p:nvPr/>
          </p:nvSpPr>
          <p:spPr>
            <a:xfrm>
              <a:off x="3875425" y="381000"/>
              <a:ext cx="142800" cy="137700"/>
            </a:xfrm>
            <a:prstGeom prst="rect">
              <a:avLst/>
            </a:prstGeom>
            <a:solidFill>
              <a:srgbClr val="92C1E8"/>
            </a:solid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g13c301b2b87_0_774"/>
            <p:cNvSpPr/>
            <p:nvPr/>
          </p:nvSpPr>
          <p:spPr>
            <a:xfrm>
              <a:off x="3732625" y="518700"/>
              <a:ext cx="142800" cy="137700"/>
            </a:xfrm>
            <a:prstGeom prst="rect">
              <a:avLst/>
            </a:prstGeom>
            <a:noFill/>
            <a:ln cap="flat" cmpd="sng" w="9525">
              <a:solidFill>
                <a:srgbClr val="92C1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 name="Google Shape;35;g13c301b2b87_0_774"/>
          <p:cNvSpPr txBox="1"/>
          <p:nvPr>
            <p:ph type="title"/>
          </p:nvPr>
        </p:nvSpPr>
        <p:spPr>
          <a:xfrm>
            <a:off x="311725" y="653326"/>
            <a:ext cx="3706500" cy="333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b="1" sz="2400">
                <a:solidFill>
                  <a:srgbClr val="FFFFFF"/>
                </a:solidFill>
              </a:defRPr>
            </a:lvl1pPr>
            <a:lvl2pPr lvl="1" algn="l">
              <a:lnSpc>
                <a:spcPct val="100000"/>
              </a:lnSpc>
              <a:spcBef>
                <a:spcPts val="0"/>
              </a:spcBef>
              <a:spcAft>
                <a:spcPts val="0"/>
              </a:spcAft>
              <a:buSzPts val="3000"/>
              <a:buNone/>
              <a:defRPr b="1" sz="2400">
                <a:solidFill>
                  <a:srgbClr val="FFFFFF"/>
                </a:solidFill>
              </a:defRPr>
            </a:lvl2pPr>
            <a:lvl3pPr lvl="2" algn="l">
              <a:lnSpc>
                <a:spcPct val="100000"/>
              </a:lnSpc>
              <a:spcBef>
                <a:spcPts val="0"/>
              </a:spcBef>
              <a:spcAft>
                <a:spcPts val="0"/>
              </a:spcAft>
              <a:buSzPts val="3000"/>
              <a:buNone/>
              <a:defRPr b="1" sz="2400">
                <a:solidFill>
                  <a:srgbClr val="FFFFFF"/>
                </a:solidFill>
              </a:defRPr>
            </a:lvl3pPr>
            <a:lvl4pPr lvl="3" algn="l">
              <a:lnSpc>
                <a:spcPct val="100000"/>
              </a:lnSpc>
              <a:spcBef>
                <a:spcPts val="0"/>
              </a:spcBef>
              <a:spcAft>
                <a:spcPts val="0"/>
              </a:spcAft>
              <a:buSzPts val="3000"/>
              <a:buNone/>
              <a:defRPr b="1" sz="2400">
                <a:solidFill>
                  <a:srgbClr val="FFFFFF"/>
                </a:solidFill>
              </a:defRPr>
            </a:lvl4pPr>
            <a:lvl5pPr lvl="4" algn="l">
              <a:lnSpc>
                <a:spcPct val="100000"/>
              </a:lnSpc>
              <a:spcBef>
                <a:spcPts val="0"/>
              </a:spcBef>
              <a:spcAft>
                <a:spcPts val="0"/>
              </a:spcAft>
              <a:buSzPts val="3000"/>
              <a:buNone/>
              <a:defRPr b="1" sz="2400">
                <a:solidFill>
                  <a:srgbClr val="FFFFFF"/>
                </a:solidFill>
              </a:defRPr>
            </a:lvl5pPr>
            <a:lvl6pPr lvl="5" algn="l">
              <a:lnSpc>
                <a:spcPct val="100000"/>
              </a:lnSpc>
              <a:spcBef>
                <a:spcPts val="0"/>
              </a:spcBef>
              <a:spcAft>
                <a:spcPts val="0"/>
              </a:spcAft>
              <a:buSzPts val="3000"/>
              <a:buNone/>
              <a:defRPr b="1" sz="2400">
                <a:solidFill>
                  <a:srgbClr val="FFFFFF"/>
                </a:solidFill>
              </a:defRPr>
            </a:lvl6pPr>
            <a:lvl7pPr lvl="6" algn="l">
              <a:lnSpc>
                <a:spcPct val="100000"/>
              </a:lnSpc>
              <a:spcBef>
                <a:spcPts val="0"/>
              </a:spcBef>
              <a:spcAft>
                <a:spcPts val="0"/>
              </a:spcAft>
              <a:buSzPts val="3000"/>
              <a:buNone/>
              <a:defRPr b="1" sz="2400">
                <a:solidFill>
                  <a:srgbClr val="FFFFFF"/>
                </a:solidFill>
              </a:defRPr>
            </a:lvl7pPr>
            <a:lvl8pPr lvl="7" algn="l">
              <a:lnSpc>
                <a:spcPct val="100000"/>
              </a:lnSpc>
              <a:spcBef>
                <a:spcPts val="0"/>
              </a:spcBef>
              <a:spcAft>
                <a:spcPts val="0"/>
              </a:spcAft>
              <a:buSzPts val="3000"/>
              <a:buNone/>
              <a:defRPr b="1" sz="2400">
                <a:solidFill>
                  <a:srgbClr val="FFFFFF"/>
                </a:solidFill>
              </a:defRPr>
            </a:lvl8pPr>
            <a:lvl9pPr lvl="8" algn="l">
              <a:lnSpc>
                <a:spcPct val="100000"/>
              </a:lnSpc>
              <a:spcBef>
                <a:spcPts val="0"/>
              </a:spcBef>
              <a:spcAft>
                <a:spcPts val="0"/>
              </a:spcAft>
              <a:buSzPts val="3000"/>
              <a:buNone/>
              <a:defRPr b="1" sz="2400">
                <a:solidFill>
                  <a:srgbClr val="FFFFFF"/>
                </a:solidFill>
              </a:defRPr>
            </a:lvl9pPr>
          </a:lstStyle>
          <a:p/>
        </p:txBody>
      </p:sp>
      <p:sp>
        <p:nvSpPr>
          <p:cNvPr id="36" name="Google Shape;36;g13c301b2b87_0_774"/>
          <p:cNvSpPr txBox="1"/>
          <p:nvPr>
            <p:ph idx="1" type="body"/>
          </p:nvPr>
        </p:nvSpPr>
        <p:spPr>
          <a:xfrm>
            <a:off x="4620575" y="653325"/>
            <a:ext cx="4211700" cy="3741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rgbClr val="284F7D"/>
              </a:buClr>
              <a:buSzPts val="1200"/>
              <a:buChar char="●"/>
              <a:defRPr sz="1200">
                <a:solidFill>
                  <a:srgbClr val="284F7D"/>
                </a:solidFill>
              </a:defRPr>
            </a:lvl1pPr>
            <a:lvl2pPr indent="-292100" lvl="1" marL="914400" algn="l">
              <a:lnSpc>
                <a:spcPct val="115000"/>
              </a:lnSpc>
              <a:spcBef>
                <a:spcPts val="1600"/>
              </a:spcBef>
              <a:spcAft>
                <a:spcPts val="0"/>
              </a:spcAft>
              <a:buClr>
                <a:srgbClr val="284F7D"/>
              </a:buClr>
              <a:buSzPts val="1000"/>
              <a:buChar char="○"/>
              <a:defRPr sz="1000">
                <a:solidFill>
                  <a:srgbClr val="284F7D"/>
                </a:solidFill>
              </a:defRPr>
            </a:lvl2pPr>
            <a:lvl3pPr indent="-292100" lvl="2" marL="1371600" algn="l">
              <a:lnSpc>
                <a:spcPct val="115000"/>
              </a:lnSpc>
              <a:spcBef>
                <a:spcPts val="1600"/>
              </a:spcBef>
              <a:spcAft>
                <a:spcPts val="0"/>
              </a:spcAft>
              <a:buClr>
                <a:srgbClr val="284F7D"/>
              </a:buClr>
              <a:buSzPts val="1000"/>
              <a:buChar char="■"/>
              <a:defRPr sz="1000">
                <a:solidFill>
                  <a:srgbClr val="284F7D"/>
                </a:solidFill>
              </a:defRPr>
            </a:lvl3pPr>
            <a:lvl4pPr indent="-292100" lvl="3" marL="1828800" algn="l">
              <a:lnSpc>
                <a:spcPct val="115000"/>
              </a:lnSpc>
              <a:spcBef>
                <a:spcPts val="1600"/>
              </a:spcBef>
              <a:spcAft>
                <a:spcPts val="0"/>
              </a:spcAft>
              <a:buClr>
                <a:srgbClr val="284F7D"/>
              </a:buClr>
              <a:buSzPts val="1000"/>
              <a:buChar char="●"/>
              <a:defRPr sz="1000">
                <a:solidFill>
                  <a:srgbClr val="284F7D"/>
                </a:solidFill>
              </a:defRPr>
            </a:lvl4pPr>
            <a:lvl5pPr indent="-292100" lvl="4" marL="2286000" algn="l">
              <a:lnSpc>
                <a:spcPct val="115000"/>
              </a:lnSpc>
              <a:spcBef>
                <a:spcPts val="1600"/>
              </a:spcBef>
              <a:spcAft>
                <a:spcPts val="0"/>
              </a:spcAft>
              <a:buClr>
                <a:srgbClr val="284F7D"/>
              </a:buClr>
              <a:buSzPts val="1000"/>
              <a:buChar char="○"/>
              <a:defRPr sz="1000">
                <a:solidFill>
                  <a:srgbClr val="284F7D"/>
                </a:solidFill>
              </a:defRPr>
            </a:lvl5pPr>
            <a:lvl6pPr indent="-292100" lvl="5" marL="2743200" algn="l">
              <a:lnSpc>
                <a:spcPct val="115000"/>
              </a:lnSpc>
              <a:spcBef>
                <a:spcPts val="1600"/>
              </a:spcBef>
              <a:spcAft>
                <a:spcPts val="0"/>
              </a:spcAft>
              <a:buClr>
                <a:srgbClr val="284F7D"/>
              </a:buClr>
              <a:buSzPts val="1000"/>
              <a:buChar char="■"/>
              <a:defRPr sz="1000">
                <a:solidFill>
                  <a:srgbClr val="284F7D"/>
                </a:solidFill>
              </a:defRPr>
            </a:lvl6pPr>
            <a:lvl7pPr indent="-292100" lvl="6" marL="3200400" algn="l">
              <a:lnSpc>
                <a:spcPct val="115000"/>
              </a:lnSpc>
              <a:spcBef>
                <a:spcPts val="1600"/>
              </a:spcBef>
              <a:spcAft>
                <a:spcPts val="0"/>
              </a:spcAft>
              <a:buClr>
                <a:srgbClr val="284F7D"/>
              </a:buClr>
              <a:buSzPts val="1000"/>
              <a:buChar char="●"/>
              <a:defRPr sz="1000">
                <a:solidFill>
                  <a:srgbClr val="284F7D"/>
                </a:solidFill>
              </a:defRPr>
            </a:lvl7pPr>
            <a:lvl8pPr indent="-292100" lvl="7" marL="3657600" algn="l">
              <a:lnSpc>
                <a:spcPct val="115000"/>
              </a:lnSpc>
              <a:spcBef>
                <a:spcPts val="1600"/>
              </a:spcBef>
              <a:spcAft>
                <a:spcPts val="0"/>
              </a:spcAft>
              <a:buClr>
                <a:srgbClr val="284F7D"/>
              </a:buClr>
              <a:buSzPts val="1000"/>
              <a:buChar char="○"/>
              <a:defRPr sz="1000">
                <a:solidFill>
                  <a:srgbClr val="284F7D"/>
                </a:solidFill>
              </a:defRPr>
            </a:lvl8pPr>
            <a:lvl9pPr indent="-292100" lvl="8" marL="4114800" algn="l">
              <a:lnSpc>
                <a:spcPct val="115000"/>
              </a:lnSpc>
              <a:spcBef>
                <a:spcPts val="1600"/>
              </a:spcBef>
              <a:spcAft>
                <a:spcPts val="1600"/>
              </a:spcAft>
              <a:buClr>
                <a:srgbClr val="284F7D"/>
              </a:buClr>
              <a:buSzPts val="1000"/>
              <a:buChar char="■"/>
              <a:defRPr sz="1000">
                <a:solidFill>
                  <a:srgbClr val="284F7D"/>
                </a:solidFill>
              </a:defRPr>
            </a:lvl9pPr>
          </a:lstStyle>
          <a:p/>
        </p:txBody>
      </p:sp>
      <p:sp>
        <p:nvSpPr>
          <p:cNvPr id="37" name="Google Shape;37;g13c301b2b87_0_7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grpSp>
        <p:nvGrpSpPr>
          <p:cNvPr id="39" name="Google Shape;39;p25"/>
          <p:cNvGrpSpPr/>
          <p:nvPr/>
        </p:nvGrpSpPr>
        <p:grpSpPr>
          <a:xfrm>
            <a:off x="0" y="3903669"/>
            <a:ext cx="9144000" cy="1239925"/>
            <a:chOff x="0" y="3903669"/>
            <a:chExt cx="9144000" cy="1239925"/>
          </a:xfrm>
        </p:grpSpPr>
        <p:sp>
          <p:nvSpPr>
            <p:cNvPr id="40" name="Google Shape;40;p25"/>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5"/>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5"/>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5"/>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5"/>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6" name="Google Shape;46;p2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2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sp>
        <p:nvSpPr>
          <p:cNvPr id="49" name="Google Shape;49;p3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0" name="Google Shape;50;p33"/>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33"/>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AUTOLAYOUT_7">
    <p:bg>
      <p:bgPr>
        <a:solidFill>
          <a:srgbClr val="FFFFFF"/>
        </a:solidFill>
      </p:bgPr>
    </p:bg>
    <p:spTree>
      <p:nvGrpSpPr>
        <p:cNvPr id="53" name="Shape 53"/>
        <p:cNvGrpSpPr/>
        <p:nvPr/>
      </p:nvGrpSpPr>
      <p:grpSpPr>
        <a:xfrm>
          <a:off x="0" y="0"/>
          <a:ext cx="0" cy="0"/>
          <a:chOff x="0" y="0"/>
          <a:chExt cx="0" cy="0"/>
        </a:xfrm>
      </p:grpSpPr>
      <p:sp>
        <p:nvSpPr>
          <p:cNvPr id="54" name="Google Shape;54;g13cf7982f75_0_4719"/>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13cf7982f75_0_4719"/>
          <p:cNvSpPr/>
          <p:nvPr/>
        </p:nvSpPr>
        <p:spPr>
          <a:xfrm>
            <a:off x="3389100" y="0"/>
            <a:ext cx="57549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13cf7982f75_0_47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57" name="Google Shape;57;g13cf7982f75_0_4719"/>
          <p:cNvSpPr txBox="1"/>
          <p:nvPr>
            <p:ph type="title"/>
          </p:nvPr>
        </p:nvSpPr>
        <p:spPr>
          <a:xfrm>
            <a:off x="321825" y="694100"/>
            <a:ext cx="2651400" cy="178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b="1" sz="2600">
                <a:solidFill>
                  <a:schemeClr val="dk1"/>
                </a:solidFill>
              </a:defRPr>
            </a:lvl1pPr>
            <a:lvl2pPr lvl="1" algn="l">
              <a:lnSpc>
                <a:spcPct val="100000"/>
              </a:lnSpc>
              <a:spcBef>
                <a:spcPts val="0"/>
              </a:spcBef>
              <a:spcAft>
                <a:spcPts val="0"/>
              </a:spcAft>
              <a:buSzPts val="3000"/>
              <a:buNone/>
              <a:defRPr b="1" sz="2600">
                <a:solidFill>
                  <a:schemeClr val="dk1"/>
                </a:solidFill>
              </a:defRPr>
            </a:lvl2pPr>
            <a:lvl3pPr lvl="2" algn="l">
              <a:lnSpc>
                <a:spcPct val="100000"/>
              </a:lnSpc>
              <a:spcBef>
                <a:spcPts val="0"/>
              </a:spcBef>
              <a:spcAft>
                <a:spcPts val="0"/>
              </a:spcAft>
              <a:buSzPts val="3000"/>
              <a:buNone/>
              <a:defRPr b="1" sz="2600">
                <a:solidFill>
                  <a:schemeClr val="dk1"/>
                </a:solidFill>
              </a:defRPr>
            </a:lvl3pPr>
            <a:lvl4pPr lvl="3" algn="l">
              <a:lnSpc>
                <a:spcPct val="100000"/>
              </a:lnSpc>
              <a:spcBef>
                <a:spcPts val="0"/>
              </a:spcBef>
              <a:spcAft>
                <a:spcPts val="0"/>
              </a:spcAft>
              <a:buSzPts val="3000"/>
              <a:buNone/>
              <a:defRPr b="1" sz="2600">
                <a:solidFill>
                  <a:schemeClr val="dk1"/>
                </a:solidFill>
              </a:defRPr>
            </a:lvl4pPr>
            <a:lvl5pPr lvl="4" algn="l">
              <a:lnSpc>
                <a:spcPct val="100000"/>
              </a:lnSpc>
              <a:spcBef>
                <a:spcPts val="0"/>
              </a:spcBef>
              <a:spcAft>
                <a:spcPts val="0"/>
              </a:spcAft>
              <a:buSzPts val="3000"/>
              <a:buNone/>
              <a:defRPr b="1" sz="2600">
                <a:solidFill>
                  <a:schemeClr val="dk1"/>
                </a:solidFill>
              </a:defRPr>
            </a:lvl5pPr>
            <a:lvl6pPr lvl="5" algn="l">
              <a:lnSpc>
                <a:spcPct val="100000"/>
              </a:lnSpc>
              <a:spcBef>
                <a:spcPts val="0"/>
              </a:spcBef>
              <a:spcAft>
                <a:spcPts val="0"/>
              </a:spcAft>
              <a:buSzPts val="3000"/>
              <a:buNone/>
              <a:defRPr b="1" sz="2600">
                <a:solidFill>
                  <a:schemeClr val="dk1"/>
                </a:solidFill>
              </a:defRPr>
            </a:lvl6pPr>
            <a:lvl7pPr lvl="6" algn="l">
              <a:lnSpc>
                <a:spcPct val="100000"/>
              </a:lnSpc>
              <a:spcBef>
                <a:spcPts val="0"/>
              </a:spcBef>
              <a:spcAft>
                <a:spcPts val="0"/>
              </a:spcAft>
              <a:buSzPts val="3000"/>
              <a:buNone/>
              <a:defRPr b="1" sz="2600">
                <a:solidFill>
                  <a:schemeClr val="dk1"/>
                </a:solidFill>
              </a:defRPr>
            </a:lvl7pPr>
            <a:lvl8pPr lvl="7" algn="l">
              <a:lnSpc>
                <a:spcPct val="100000"/>
              </a:lnSpc>
              <a:spcBef>
                <a:spcPts val="0"/>
              </a:spcBef>
              <a:spcAft>
                <a:spcPts val="0"/>
              </a:spcAft>
              <a:buSzPts val="3000"/>
              <a:buNone/>
              <a:defRPr b="1" sz="2600">
                <a:solidFill>
                  <a:schemeClr val="dk1"/>
                </a:solidFill>
              </a:defRPr>
            </a:lvl8pPr>
            <a:lvl9pPr lvl="8" algn="l">
              <a:lnSpc>
                <a:spcPct val="100000"/>
              </a:lnSpc>
              <a:spcBef>
                <a:spcPts val="0"/>
              </a:spcBef>
              <a:spcAft>
                <a:spcPts val="0"/>
              </a:spcAft>
              <a:buSzPts val="3000"/>
              <a:buNone/>
              <a:defRPr b="1" sz="2600">
                <a:solidFill>
                  <a:schemeClr val="dk1"/>
                </a:solidFill>
              </a:defRPr>
            </a:lvl9pPr>
          </a:lstStyle>
          <a:p/>
        </p:txBody>
      </p:sp>
      <p:cxnSp>
        <p:nvCxnSpPr>
          <p:cNvPr id="58" name="Google Shape;58;g13cf7982f75_0_4719"/>
          <p:cNvCxnSpPr/>
          <p:nvPr/>
        </p:nvCxnSpPr>
        <p:spPr>
          <a:xfrm>
            <a:off x="372950" y="511683"/>
            <a:ext cx="642300" cy="0"/>
          </a:xfrm>
          <a:prstGeom prst="straightConnector1">
            <a:avLst/>
          </a:prstGeom>
          <a:noFill/>
          <a:ln cap="flat" cmpd="sng" w="76200">
            <a:solidFill>
              <a:schemeClr val="accent5"/>
            </a:solidFill>
            <a:prstDash val="solid"/>
            <a:round/>
            <a:headEnd len="sm" w="sm" type="none"/>
            <a:tailEnd len="sm" w="sm" type="none"/>
          </a:ln>
        </p:spPr>
      </p:cxnSp>
      <p:sp>
        <p:nvSpPr>
          <p:cNvPr id="59" name="Google Shape;59;g13cf7982f75_0_4719"/>
          <p:cNvSpPr txBox="1"/>
          <p:nvPr>
            <p:ph idx="1" type="body"/>
          </p:nvPr>
        </p:nvSpPr>
        <p:spPr>
          <a:xfrm>
            <a:off x="321825" y="2506879"/>
            <a:ext cx="2651400" cy="1937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400">
                <a:solidFill>
                  <a:schemeClr val="dk1"/>
                </a:solidFill>
              </a:defRPr>
            </a:lvl1pPr>
            <a:lvl2pPr indent="-304800" lvl="1" marL="914400" algn="l">
              <a:lnSpc>
                <a:spcPct val="115000"/>
              </a:lnSpc>
              <a:spcBef>
                <a:spcPts val="1600"/>
              </a:spcBef>
              <a:spcAft>
                <a:spcPts val="0"/>
              </a:spcAft>
              <a:buClr>
                <a:schemeClr val="dk1"/>
              </a:buClr>
              <a:buSzPts val="1200"/>
              <a:buChar char="○"/>
              <a:defRPr sz="1200">
                <a:solidFill>
                  <a:schemeClr val="dk1"/>
                </a:solidFill>
              </a:defRPr>
            </a:lvl2pPr>
            <a:lvl3pPr indent="-304800" lvl="2" marL="1371600" algn="l">
              <a:lnSpc>
                <a:spcPct val="115000"/>
              </a:lnSpc>
              <a:spcBef>
                <a:spcPts val="1600"/>
              </a:spcBef>
              <a:spcAft>
                <a:spcPts val="0"/>
              </a:spcAft>
              <a:buClr>
                <a:schemeClr val="dk1"/>
              </a:buClr>
              <a:buSzPts val="1200"/>
              <a:buChar char="■"/>
              <a:defRPr sz="1200">
                <a:solidFill>
                  <a:schemeClr val="dk1"/>
                </a:solidFill>
              </a:defRPr>
            </a:lvl3pPr>
            <a:lvl4pPr indent="-304800" lvl="3" marL="1828800" algn="l">
              <a:lnSpc>
                <a:spcPct val="115000"/>
              </a:lnSpc>
              <a:spcBef>
                <a:spcPts val="1600"/>
              </a:spcBef>
              <a:spcAft>
                <a:spcPts val="0"/>
              </a:spcAft>
              <a:buClr>
                <a:schemeClr val="dk1"/>
              </a:buClr>
              <a:buSzPts val="1200"/>
              <a:buChar char="●"/>
              <a:defRPr sz="1200">
                <a:solidFill>
                  <a:schemeClr val="dk1"/>
                </a:solidFill>
              </a:defRPr>
            </a:lvl4pPr>
            <a:lvl5pPr indent="-304800" lvl="4" marL="2286000" algn="l">
              <a:lnSpc>
                <a:spcPct val="115000"/>
              </a:lnSpc>
              <a:spcBef>
                <a:spcPts val="1600"/>
              </a:spcBef>
              <a:spcAft>
                <a:spcPts val="0"/>
              </a:spcAft>
              <a:buClr>
                <a:schemeClr val="dk1"/>
              </a:buClr>
              <a:buSzPts val="1200"/>
              <a:buChar char="○"/>
              <a:defRPr sz="1200">
                <a:solidFill>
                  <a:schemeClr val="dk1"/>
                </a:solidFill>
              </a:defRPr>
            </a:lvl5pPr>
            <a:lvl6pPr indent="-304800" lvl="5" marL="2743200" algn="l">
              <a:lnSpc>
                <a:spcPct val="115000"/>
              </a:lnSpc>
              <a:spcBef>
                <a:spcPts val="1600"/>
              </a:spcBef>
              <a:spcAft>
                <a:spcPts val="0"/>
              </a:spcAft>
              <a:buClr>
                <a:schemeClr val="dk1"/>
              </a:buClr>
              <a:buSzPts val="1200"/>
              <a:buChar char="■"/>
              <a:defRPr sz="1200">
                <a:solidFill>
                  <a:schemeClr val="dk1"/>
                </a:solidFill>
              </a:defRPr>
            </a:lvl6pPr>
            <a:lvl7pPr indent="-304800" lvl="6" marL="3200400" algn="l">
              <a:lnSpc>
                <a:spcPct val="115000"/>
              </a:lnSpc>
              <a:spcBef>
                <a:spcPts val="1600"/>
              </a:spcBef>
              <a:spcAft>
                <a:spcPts val="0"/>
              </a:spcAft>
              <a:buClr>
                <a:schemeClr val="dk1"/>
              </a:buClr>
              <a:buSzPts val="1200"/>
              <a:buChar char="●"/>
              <a:defRPr sz="1200">
                <a:solidFill>
                  <a:schemeClr val="dk1"/>
                </a:solidFill>
              </a:defRPr>
            </a:lvl7pPr>
            <a:lvl8pPr indent="-304800" lvl="7" marL="3657600" algn="l">
              <a:lnSpc>
                <a:spcPct val="115000"/>
              </a:lnSpc>
              <a:spcBef>
                <a:spcPts val="1600"/>
              </a:spcBef>
              <a:spcAft>
                <a:spcPts val="0"/>
              </a:spcAft>
              <a:buClr>
                <a:schemeClr val="dk1"/>
              </a:buClr>
              <a:buSzPts val="1200"/>
              <a:buChar char="○"/>
              <a:defRPr sz="1200">
                <a:solidFill>
                  <a:schemeClr val="dk1"/>
                </a:solidFill>
              </a:defRPr>
            </a:lvl8pPr>
            <a:lvl9pPr indent="-304800" lvl="8" marL="4114800" algn="l">
              <a:lnSpc>
                <a:spcPct val="115000"/>
              </a:lnSpc>
              <a:spcBef>
                <a:spcPts val="1600"/>
              </a:spcBef>
              <a:spcAft>
                <a:spcPts val="1600"/>
              </a:spcAft>
              <a:buClr>
                <a:schemeClr val="dk1"/>
              </a:buClr>
              <a:buSzPts val="1200"/>
              <a:buChar char="■"/>
              <a:defRPr sz="12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AUTOLAYOUT_5">
    <p:spTree>
      <p:nvGrpSpPr>
        <p:cNvPr id="60" name="Shape 60"/>
        <p:cNvGrpSpPr/>
        <p:nvPr/>
      </p:nvGrpSpPr>
      <p:grpSpPr>
        <a:xfrm>
          <a:off x="0" y="0"/>
          <a:ext cx="0" cy="0"/>
          <a:chOff x="0" y="0"/>
          <a:chExt cx="0" cy="0"/>
        </a:xfrm>
      </p:grpSpPr>
      <p:sp>
        <p:nvSpPr>
          <p:cNvPr id="61" name="Google Shape;61;g13cf7982f75_0_2561"/>
          <p:cNvSpPr/>
          <p:nvPr/>
        </p:nvSpPr>
        <p:spPr>
          <a:xfrm>
            <a:off x="0" y="0"/>
            <a:ext cx="9144000" cy="5143500"/>
          </a:xfrm>
          <a:prstGeom prst="rect">
            <a:avLst/>
          </a:prstGeom>
          <a:solidFill>
            <a:srgbClr val="F1EA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2" name="Google Shape;62;g13cf7982f75_0_2561"/>
          <p:cNvCxnSpPr/>
          <p:nvPr/>
        </p:nvCxnSpPr>
        <p:spPr>
          <a:xfrm rot="10800000">
            <a:off x="398200" y="977175"/>
            <a:ext cx="505800" cy="0"/>
          </a:xfrm>
          <a:prstGeom prst="straightConnector1">
            <a:avLst/>
          </a:prstGeom>
          <a:noFill/>
          <a:ln cap="flat" cmpd="sng" w="19050">
            <a:solidFill>
              <a:srgbClr val="FF5822"/>
            </a:solidFill>
            <a:prstDash val="solid"/>
            <a:round/>
            <a:headEnd len="sm" w="sm" type="none"/>
            <a:tailEnd len="sm" w="sm" type="none"/>
          </a:ln>
        </p:spPr>
      </p:cxnSp>
      <p:sp>
        <p:nvSpPr>
          <p:cNvPr id="63" name="Google Shape;63;g13cf7982f75_0_2561"/>
          <p:cNvSpPr txBox="1"/>
          <p:nvPr>
            <p:ph type="title"/>
          </p:nvPr>
        </p:nvSpPr>
        <p:spPr>
          <a:xfrm>
            <a:off x="311700" y="1153900"/>
            <a:ext cx="2655000" cy="858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000"/>
              <a:buNone/>
              <a:defRPr sz="2400">
                <a:solidFill>
                  <a:srgbClr val="000000"/>
                </a:solidFill>
              </a:defRPr>
            </a:lvl1pPr>
            <a:lvl2pPr lvl="1" algn="l">
              <a:lnSpc>
                <a:spcPct val="100000"/>
              </a:lnSpc>
              <a:spcBef>
                <a:spcPts val="0"/>
              </a:spcBef>
              <a:spcAft>
                <a:spcPts val="0"/>
              </a:spcAft>
              <a:buSzPts val="3000"/>
              <a:buNone/>
              <a:defRPr sz="2400">
                <a:solidFill>
                  <a:srgbClr val="000000"/>
                </a:solidFill>
              </a:defRPr>
            </a:lvl2pPr>
            <a:lvl3pPr lvl="2" algn="l">
              <a:lnSpc>
                <a:spcPct val="100000"/>
              </a:lnSpc>
              <a:spcBef>
                <a:spcPts val="0"/>
              </a:spcBef>
              <a:spcAft>
                <a:spcPts val="0"/>
              </a:spcAft>
              <a:buSzPts val="3000"/>
              <a:buNone/>
              <a:defRPr sz="2400">
                <a:solidFill>
                  <a:srgbClr val="000000"/>
                </a:solidFill>
              </a:defRPr>
            </a:lvl3pPr>
            <a:lvl4pPr lvl="3" algn="l">
              <a:lnSpc>
                <a:spcPct val="100000"/>
              </a:lnSpc>
              <a:spcBef>
                <a:spcPts val="0"/>
              </a:spcBef>
              <a:spcAft>
                <a:spcPts val="0"/>
              </a:spcAft>
              <a:buSzPts val="3000"/>
              <a:buNone/>
              <a:defRPr sz="2400">
                <a:solidFill>
                  <a:srgbClr val="000000"/>
                </a:solidFill>
              </a:defRPr>
            </a:lvl4pPr>
            <a:lvl5pPr lvl="4" algn="l">
              <a:lnSpc>
                <a:spcPct val="100000"/>
              </a:lnSpc>
              <a:spcBef>
                <a:spcPts val="0"/>
              </a:spcBef>
              <a:spcAft>
                <a:spcPts val="0"/>
              </a:spcAft>
              <a:buSzPts val="3000"/>
              <a:buNone/>
              <a:defRPr sz="2400">
                <a:solidFill>
                  <a:srgbClr val="000000"/>
                </a:solidFill>
              </a:defRPr>
            </a:lvl5pPr>
            <a:lvl6pPr lvl="5" algn="l">
              <a:lnSpc>
                <a:spcPct val="100000"/>
              </a:lnSpc>
              <a:spcBef>
                <a:spcPts val="0"/>
              </a:spcBef>
              <a:spcAft>
                <a:spcPts val="0"/>
              </a:spcAft>
              <a:buSzPts val="3000"/>
              <a:buNone/>
              <a:defRPr sz="2400">
                <a:solidFill>
                  <a:srgbClr val="000000"/>
                </a:solidFill>
              </a:defRPr>
            </a:lvl6pPr>
            <a:lvl7pPr lvl="6" algn="l">
              <a:lnSpc>
                <a:spcPct val="100000"/>
              </a:lnSpc>
              <a:spcBef>
                <a:spcPts val="0"/>
              </a:spcBef>
              <a:spcAft>
                <a:spcPts val="0"/>
              </a:spcAft>
              <a:buSzPts val="3000"/>
              <a:buNone/>
              <a:defRPr sz="2400">
                <a:solidFill>
                  <a:srgbClr val="000000"/>
                </a:solidFill>
              </a:defRPr>
            </a:lvl7pPr>
            <a:lvl8pPr lvl="7" algn="l">
              <a:lnSpc>
                <a:spcPct val="100000"/>
              </a:lnSpc>
              <a:spcBef>
                <a:spcPts val="0"/>
              </a:spcBef>
              <a:spcAft>
                <a:spcPts val="0"/>
              </a:spcAft>
              <a:buSzPts val="3000"/>
              <a:buNone/>
              <a:defRPr sz="2400">
                <a:solidFill>
                  <a:srgbClr val="000000"/>
                </a:solidFill>
              </a:defRPr>
            </a:lvl8pPr>
            <a:lvl9pPr lvl="8" algn="l">
              <a:lnSpc>
                <a:spcPct val="100000"/>
              </a:lnSpc>
              <a:spcBef>
                <a:spcPts val="0"/>
              </a:spcBef>
              <a:spcAft>
                <a:spcPts val="0"/>
              </a:spcAft>
              <a:buSzPts val="3000"/>
              <a:buNone/>
              <a:defRPr sz="2400">
                <a:solidFill>
                  <a:srgbClr val="000000"/>
                </a:solidFill>
              </a:defRPr>
            </a:lvl9pPr>
          </a:lstStyle>
          <a:p/>
        </p:txBody>
      </p:sp>
      <p:sp>
        <p:nvSpPr>
          <p:cNvPr id="64" name="Google Shape;64;g13cf7982f75_0_2561"/>
          <p:cNvSpPr txBox="1"/>
          <p:nvPr>
            <p:ph idx="1" type="body"/>
          </p:nvPr>
        </p:nvSpPr>
        <p:spPr>
          <a:xfrm>
            <a:off x="311700" y="2022050"/>
            <a:ext cx="2655000" cy="29283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Clr>
                <a:srgbClr val="434343"/>
              </a:buClr>
              <a:buSzPts val="1000"/>
              <a:buChar char="●"/>
              <a:defRPr sz="1000">
                <a:solidFill>
                  <a:srgbClr val="434343"/>
                </a:solidFill>
              </a:defRPr>
            </a:lvl1pPr>
            <a:lvl2pPr indent="-292100" lvl="1" marL="914400" algn="l">
              <a:lnSpc>
                <a:spcPct val="115000"/>
              </a:lnSpc>
              <a:spcBef>
                <a:spcPts val="1600"/>
              </a:spcBef>
              <a:spcAft>
                <a:spcPts val="0"/>
              </a:spcAft>
              <a:buClr>
                <a:srgbClr val="434343"/>
              </a:buClr>
              <a:buSzPts val="1000"/>
              <a:buChar char="○"/>
              <a:defRPr sz="1000">
                <a:solidFill>
                  <a:srgbClr val="434343"/>
                </a:solidFill>
              </a:defRPr>
            </a:lvl2pPr>
            <a:lvl3pPr indent="-292100" lvl="2" marL="1371600" algn="l">
              <a:lnSpc>
                <a:spcPct val="115000"/>
              </a:lnSpc>
              <a:spcBef>
                <a:spcPts val="1600"/>
              </a:spcBef>
              <a:spcAft>
                <a:spcPts val="0"/>
              </a:spcAft>
              <a:buClr>
                <a:srgbClr val="434343"/>
              </a:buClr>
              <a:buSzPts val="1000"/>
              <a:buChar char="■"/>
              <a:defRPr sz="1000">
                <a:solidFill>
                  <a:srgbClr val="434343"/>
                </a:solidFill>
              </a:defRPr>
            </a:lvl3pPr>
            <a:lvl4pPr indent="-292100" lvl="3" marL="1828800" algn="l">
              <a:lnSpc>
                <a:spcPct val="115000"/>
              </a:lnSpc>
              <a:spcBef>
                <a:spcPts val="1600"/>
              </a:spcBef>
              <a:spcAft>
                <a:spcPts val="0"/>
              </a:spcAft>
              <a:buClr>
                <a:srgbClr val="434343"/>
              </a:buClr>
              <a:buSzPts val="1000"/>
              <a:buChar char="●"/>
              <a:defRPr sz="1000">
                <a:solidFill>
                  <a:srgbClr val="434343"/>
                </a:solidFill>
              </a:defRPr>
            </a:lvl4pPr>
            <a:lvl5pPr indent="-292100" lvl="4" marL="2286000" algn="l">
              <a:lnSpc>
                <a:spcPct val="115000"/>
              </a:lnSpc>
              <a:spcBef>
                <a:spcPts val="1600"/>
              </a:spcBef>
              <a:spcAft>
                <a:spcPts val="0"/>
              </a:spcAft>
              <a:buClr>
                <a:srgbClr val="434343"/>
              </a:buClr>
              <a:buSzPts val="1000"/>
              <a:buChar char="○"/>
              <a:defRPr sz="1000">
                <a:solidFill>
                  <a:srgbClr val="434343"/>
                </a:solidFill>
              </a:defRPr>
            </a:lvl5pPr>
            <a:lvl6pPr indent="-292100" lvl="5" marL="2743200" algn="l">
              <a:lnSpc>
                <a:spcPct val="115000"/>
              </a:lnSpc>
              <a:spcBef>
                <a:spcPts val="1600"/>
              </a:spcBef>
              <a:spcAft>
                <a:spcPts val="0"/>
              </a:spcAft>
              <a:buClr>
                <a:srgbClr val="434343"/>
              </a:buClr>
              <a:buSzPts val="1000"/>
              <a:buChar char="■"/>
              <a:defRPr sz="1000">
                <a:solidFill>
                  <a:srgbClr val="434343"/>
                </a:solidFill>
              </a:defRPr>
            </a:lvl6pPr>
            <a:lvl7pPr indent="-292100" lvl="6" marL="3200400" algn="l">
              <a:lnSpc>
                <a:spcPct val="115000"/>
              </a:lnSpc>
              <a:spcBef>
                <a:spcPts val="1600"/>
              </a:spcBef>
              <a:spcAft>
                <a:spcPts val="0"/>
              </a:spcAft>
              <a:buClr>
                <a:srgbClr val="434343"/>
              </a:buClr>
              <a:buSzPts val="1000"/>
              <a:buChar char="●"/>
              <a:defRPr sz="1000">
                <a:solidFill>
                  <a:srgbClr val="434343"/>
                </a:solidFill>
              </a:defRPr>
            </a:lvl7pPr>
            <a:lvl8pPr indent="-292100" lvl="7" marL="3657600" algn="l">
              <a:lnSpc>
                <a:spcPct val="115000"/>
              </a:lnSpc>
              <a:spcBef>
                <a:spcPts val="1600"/>
              </a:spcBef>
              <a:spcAft>
                <a:spcPts val="0"/>
              </a:spcAft>
              <a:buClr>
                <a:srgbClr val="434343"/>
              </a:buClr>
              <a:buSzPts val="1000"/>
              <a:buChar char="○"/>
              <a:defRPr sz="1000">
                <a:solidFill>
                  <a:srgbClr val="434343"/>
                </a:solidFill>
              </a:defRPr>
            </a:lvl8pPr>
            <a:lvl9pPr indent="-292100" lvl="8" marL="4114800" algn="l">
              <a:lnSpc>
                <a:spcPct val="115000"/>
              </a:lnSpc>
              <a:spcBef>
                <a:spcPts val="1600"/>
              </a:spcBef>
              <a:spcAft>
                <a:spcPts val="1600"/>
              </a:spcAft>
              <a:buClr>
                <a:srgbClr val="434343"/>
              </a:buClr>
              <a:buSzPts val="1000"/>
              <a:buChar char="■"/>
              <a:defRPr sz="1000">
                <a:solidFill>
                  <a:srgbClr val="434343"/>
                </a:solidFill>
              </a:defRPr>
            </a:lvl9pPr>
          </a:lstStyle>
          <a:p/>
        </p:txBody>
      </p:sp>
      <p:sp>
        <p:nvSpPr>
          <p:cNvPr id="65" name="Google Shape;65;g13cf7982f75_0_25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AUTOLAYOUT_11">
    <p:bg>
      <p:bgPr>
        <a:solidFill>
          <a:srgbClr val="FFFFFF"/>
        </a:solidFill>
      </p:bgPr>
    </p:bg>
    <p:spTree>
      <p:nvGrpSpPr>
        <p:cNvPr id="66" name="Shape 66"/>
        <p:cNvGrpSpPr/>
        <p:nvPr/>
      </p:nvGrpSpPr>
      <p:grpSpPr>
        <a:xfrm>
          <a:off x="0" y="0"/>
          <a:ext cx="0" cy="0"/>
          <a:chOff x="0" y="0"/>
          <a:chExt cx="0" cy="0"/>
        </a:xfrm>
      </p:grpSpPr>
      <p:sp>
        <p:nvSpPr>
          <p:cNvPr id="67" name="Google Shape;67;g13cf7982f75_0_5089"/>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g13cf7982f75_0_5089"/>
          <p:cNvSpPr txBox="1"/>
          <p:nvPr>
            <p:ph type="ctrTitle"/>
          </p:nvPr>
        </p:nvSpPr>
        <p:spPr>
          <a:xfrm>
            <a:off x="390450" y="361375"/>
            <a:ext cx="8363100" cy="100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3000"/>
              <a:buNone/>
              <a:defRPr sz="3000">
                <a:solidFill>
                  <a:srgbClr val="F1EAE2"/>
                </a:solidFill>
              </a:defRPr>
            </a:lvl1pPr>
            <a:lvl2pPr lvl="1" algn="l">
              <a:lnSpc>
                <a:spcPct val="100000"/>
              </a:lnSpc>
              <a:spcBef>
                <a:spcPts val="0"/>
              </a:spcBef>
              <a:spcAft>
                <a:spcPts val="0"/>
              </a:spcAft>
              <a:buClr>
                <a:schemeClr val="dk1"/>
              </a:buClr>
              <a:buSzPts val="3000"/>
              <a:buNone/>
              <a:defRPr sz="3000">
                <a:solidFill>
                  <a:srgbClr val="F1EAE2"/>
                </a:solidFill>
              </a:defRPr>
            </a:lvl2pPr>
            <a:lvl3pPr lvl="2" algn="l">
              <a:lnSpc>
                <a:spcPct val="100000"/>
              </a:lnSpc>
              <a:spcBef>
                <a:spcPts val="0"/>
              </a:spcBef>
              <a:spcAft>
                <a:spcPts val="0"/>
              </a:spcAft>
              <a:buClr>
                <a:schemeClr val="dk1"/>
              </a:buClr>
              <a:buSzPts val="3000"/>
              <a:buNone/>
              <a:defRPr sz="3000">
                <a:solidFill>
                  <a:srgbClr val="F1EAE2"/>
                </a:solidFill>
              </a:defRPr>
            </a:lvl3pPr>
            <a:lvl4pPr lvl="3" algn="l">
              <a:lnSpc>
                <a:spcPct val="100000"/>
              </a:lnSpc>
              <a:spcBef>
                <a:spcPts val="0"/>
              </a:spcBef>
              <a:spcAft>
                <a:spcPts val="0"/>
              </a:spcAft>
              <a:buClr>
                <a:schemeClr val="dk1"/>
              </a:buClr>
              <a:buSzPts val="3000"/>
              <a:buNone/>
              <a:defRPr sz="3000">
                <a:solidFill>
                  <a:srgbClr val="F1EAE2"/>
                </a:solidFill>
              </a:defRPr>
            </a:lvl4pPr>
            <a:lvl5pPr lvl="4" algn="l">
              <a:lnSpc>
                <a:spcPct val="100000"/>
              </a:lnSpc>
              <a:spcBef>
                <a:spcPts val="0"/>
              </a:spcBef>
              <a:spcAft>
                <a:spcPts val="0"/>
              </a:spcAft>
              <a:buClr>
                <a:schemeClr val="dk1"/>
              </a:buClr>
              <a:buSzPts val="3000"/>
              <a:buNone/>
              <a:defRPr sz="3000">
                <a:solidFill>
                  <a:srgbClr val="F1EAE2"/>
                </a:solidFill>
              </a:defRPr>
            </a:lvl5pPr>
            <a:lvl6pPr lvl="5" algn="l">
              <a:lnSpc>
                <a:spcPct val="100000"/>
              </a:lnSpc>
              <a:spcBef>
                <a:spcPts val="0"/>
              </a:spcBef>
              <a:spcAft>
                <a:spcPts val="0"/>
              </a:spcAft>
              <a:buClr>
                <a:schemeClr val="dk1"/>
              </a:buClr>
              <a:buSzPts val="3000"/>
              <a:buNone/>
              <a:defRPr sz="3000">
                <a:solidFill>
                  <a:srgbClr val="F1EAE2"/>
                </a:solidFill>
              </a:defRPr>
            </a:lvl6pPr>
            <a:lvl7pPr lvl="6" algn="l">
              <a:lnSpc>
                <a:spcPct val="100000"/>
              </a:lnSpc>
              <a:spcBef>
                <a:spcPts val="0"/>
              </a:spcBef>
              <a:spcAft>
                <a:spcPts val="0"/>
              </a:spcAft>
              <a:buClr>
                <a:schemeClr val="dk1"/>
              </a:buClr>
              <a:buSzPts val="3000"/>
              <a:buNone/>
              <a:defRPr sz="3000">
                <a:solidFill>
                  <a:srgbClr val="F1EAE2"/>
                </a:solidFill>
              </a:defRPr>
            </a:lvl7pPr>
            <a:lvl8pPr lvl="7" algn="l">
              <a:lnSpc>
                <a:spcPct val="100000"/>
              </a:lnSpc>
              <a:spcBef>
                <a:spcPts val="0"/>
              </a:spcBef>
              <a:spcAft>
                <a:spcPts val="0"/>
              </a:spcAft>
              <a:buClr>
                <a:schemeClr val="dk1"/>
              </a:buClr>
              <a:buSzPts val="3000"/>
              <a:buNone/>
              <a:defRPr sz="3000">
                <a:solidFill>
                  <a:srgbClr val="F1EAE2"/>
                </a:solidFill>
              </a:defRPr>
            </a:lvl8pPr>
            <a:lvl9pPr lvl="8" algn="l">
              <a:lnSpc>
                <a:spcPct val="100000"/>
              </a:lnSpc>
              <a:spcBef>
                <a:spcPts val="0"/>
              </a:spcBef>
              <a:spcAft>
                <a:spcPts val="0"/>
              </a:spcAft>
              <a:buClr>
                <a:schemeClr val="dk1"/>
              </a:buClr>
              <a:buSzPts val="3000"/>
              <a:buNone/>
              <a:defRPr sz="3000">
                <a:solidFill>
                  <a:srgbClr val="F1EAE2"/>
                </a:solidFill>
              </a:defRPr>
            </a:lvl9pPr>
          </a:lstStyle>
          <a:p/>
        </p:txBody>
      </p:sp>
      <p:sp>
        <p:nvSpPr>
          <p:cNvPr id="69" name="Google Shape;69;g13cf7982f75_0_50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AUTOLAYOUT_6">
    <p:spTree>
      <p:nvGrpSpPr>
        <p:cNvPr id="70" name="Shape 70"/>
        <p:cNvGrpSpPr/>
        <p:nvPr/>
      </p:nvGrpSpPr>
      <p:grpSpPr>
        <a:xfrm>
          <a:off x="0" y="0"/>
          <a:ext cx="0" cy="0"/>
          <a:chOff x="0" y="0"/>
          <a:chExt cx="0" cy="0"/>
        </a:xfrm>
      </p:grpSpPr>
      <p:sp>
        <p:nvSpPr>
          <p:cNvPr id="71" name="Google Shape;71;g13cf7982f75_0_4317"/>
          <p:cNvSpPr/>
          <p:nvPr/>
        </p:nvSpPr>
        <p:spPr>
          <a:xfrm>
            <a:off x="0" y="0"/>
            <a:ext cx="9144000" cy="5143500"/>
          </a:xfrm>
          <a:prstGeom prst="rect">
            <a:avLst/>
          </a:prstGeom>
          <a:solidFill>
            <a:srgbClr val="F1EA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2" name="Google Shape;72;g13cf7982f75_0_4317"/>
          <p:cNvCxnSpPr/>
          <p:nvPr/>
        </p:nvCxnSpPr>
        <p:spPr>
          <a:xfrm rot="10800000">
            <a:off x="398200" y="977175"/>
            <a:ext cx="505800" cy="0"/>
          </a:xfrm>
          <a:prstGeom prst="straightConnector1">
            <a:avLst/>
          </a:prstGeom>
          <a:noFill/>
          <a:ln cap="flat" cmpd="sng" w="19050">
            <a:solidFill>
              <a:srgbClr val="FF5822"/>
            </a:solidFill>
            <a:prstDash val="solid"/>
            <a:round/>
            <a:headEnd len="sm" w="sm" type="none"/>
            <a:tailEnd len="sm" w="sm" type="none"/>
          </a:ln>
        </p:spPr>
      </p:cxnSp>
      <p:sp>
        <p:nvSpPr>
          <p:cNvPr id="73" name="Google Shape;73;g13cf7982f75_0_4317"/>
          <p:cNvSpPr txBox="1"/>
          <p:nvPr>
            <p:ph type="title"/>
          </p:nvPr>
        </p:nvSpPr>
        <p:spPr>
          <a:xfrm>
            <a:off x="311700" y="1153900"/>
            <a:ext cx="2655000" cy="858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000"/>
              <a:buNone/>
              <a:defRPr sz="2400">
                <a:solidFill>
                  <a:srgbClr val="000000"/>
                </a:solidFill>
              </a:defRPr>
            </a:lvl1pPr>
            <a:lvl2pPr lvl="1" algn="l">
              <a:lnSpc>
                <a:spcPct val="100000"/>
              </a:lnSpc>
              <a:spcBef>
                <a:spcPts val="0"/>
              </a:spcBef>
              <a:spcAft>
                <a:spcPts val="0"/>
              </a:spcAft>
              <a:buSzPts val="3000"/>
              <a:buNone/>
              <a:defRPr sz="2400">
                <a:solidFill>
                  <a:srgbClr val="000000"/>
                </a:solidFill>
              </a:defRPr>
            </a:lvl2pPr>
            <a:lvl3pPr lvl="2" algn="l">
              <a:lnSpc>
                <a:spcPct val="100000"/>
              </a:lnSpc>
              <a:spcBef>
                <a:spcPts val="0"/>
              </a:spcBef>
              <a:spcAft>
                <a:spcPts val="0"/>
              </a:spcAft>
              <a:buSzPts val="3000"/>
              <a:buNone/>
              <a:defRPr sz="2400">
                <a:solidFill>
                  <a:srgbClr val="000000"/>
                </a:solidFill>
              </a:defRPr>
            </a:lvl3pPr>
            <a:lvl4pPr lvl="3" algn="l">
              <a:lnSpc>
                <a:spcPct val="100000"/>
              </a:lnSpc>
              <a:spcBef>
                <a:spcPts val="0"/>
              </a:spcBef>
              <a:spcAft>
                <a:spcPts val="0"/>
              </a:spcAft>
              <a:buSzPts val="3000"/>
              <a:buNone/>
              <a:defRPr sz="2400">
                <a:solidFill>
                  <a:srgbClr val="000000"/>
                </a:solidFill>
              </a:defRPr>
            </a:lvl4pPr>
            <a:lvl5pPr lvl="4" algn="l">
              <a:lnSpc>
                <a:spcPct val="100000"/>
              </a:lnSpc>
              <a:spcBef>
                <a:spcPts val="0"/>
              </a:spcBef>
              <a:spcAft>
                <a:spcPts val="0"/>
              </a:spcAft>
              <a:buSzPts val="3000"/>
              <a:buNone/>
              <a:defRPr sz="2400">
                <a:solidFill>
                  <a:srgbClr val="000000"/>
                </a:solidFill>
              </a:defRPr>
            </a:lvl5pPr>
            <a:lvl6pPr lvl="5" algn="l">
              <a:lnSpc>
                <a:spcPct val="100000"/>
              </a:lnSpc>
              <a:spcBef>
                <a:spcPts val="0"/>
              </a:spcBef>
              <a:spcAft>
                <a:spcPts val="0"/>
              </a:spcAft>
              <a:buSzPts val="3000"/>
              <a:buNone/>
              <a:defRPr sz="2400">
                <a:solidFill>
                  <a:srgbClr val="000000"/>
                </a:solidFill>
              </a:defRPr>
            </a:lvl6pPr>
            <a:lvl7pPr lvl="6" algn="l">
              <a:lnSpc>
                <a:spcPct val="100000"/>
              </a:lnSpc>
              <a:spcBef>
                <a:spcPts val="0"/>
              </a:spcBef>
              <a:spcAft>
                <a:spcPts val="0"/>
              </a:spcAft>
              <a:buSzPts val="3000"/>
              <a:buNone/>
              <a:defRPr sz="2400">
                <a:solidFill>
                  <a:srgbClr val="000000"/>
                </a:solidFill>
              </a:defRPr>
            </a:lvl7pPr>
            <a:lvl8pPr lvl="7" algn="l">
              <a:lnSpc>
                <a:spcPct val="100000"/>
              </a:lnSpc>
              <a:spcBef>
                <a:spcPts val="0"/>
              </a:spcBef>
              <a:spcAft>
                <a:spcPts val="0"/>
              </a:spcAft>
              <a:buSzPts val="3000"/>
              <a:buNone/>
              <a:defRPr sz="2400">
                <a:solidFill>
                  <a:srgbClr val="000000"/>
                </a:solidFill>
              </a:defRPr>
            </a:lvl8pPr>
            <a:lvl9pPr lvl="8" algn="l">
              <a:lnSpc>
                <a:spcPct val="100000"/>
              </a:lnSpc>
              <a:spcBef>
                <a:spcPts val="0"/>
              </a:spcBef>
              <a:spcAft>
                <a:spcPts val="0"/>
              </a:spcAft>
              <a:buSzPts val="3000"/>
              <a:buNone/>
              <a:defRPr sz="2400">
                <a:solidFill>
                  <a:srgbClr val="000000"/>
                </a:solidFill>
              </a:defRPr>
            </a:lvl9pPr>
          </a:lstStyle>
          <a:p/>
        </p:txBody>
      </p:sp>
      <p:sp>
        <p:nvSpPr>
          <p:cNvPr id="74" name="Google Shape;74;g13cf7982f75_0_4317"/>
          <p:cNvSpPr txBox="1"/>
          <p:nvPr>
            <p:ph idx="1" type="body"/>
          </p:nvPr>
        </p:nvSpPr>
        <p:spPr>
          <a:xfrm>
            <a:off x="311700" y="2022050"/>
            <a:ext cx="2655000" cy="29283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Clr>
                <a:srgbClr val="434343"/>
              </a:buClr>
              <a:buSzPts val="1000"/>
              <a:buChar char="●"/>
              <a:defRPr sz="1000">
                <a:solidFill>
                  <a:srgbClr val="434343"/>
                </a:solidFill>
              </a:defRPr>
            </a:lvl1pPr>
            <a:lvl2pPr indent="-292100" lvl="1" marL="914400" algn="l">
              <a:lnSpc>
                <a:spcPct val="115000"/>
              </a:lnSpc>
              <a:spcBef>
                <a:spcPts val="1600"/>
              </a:spcBef>
              <a:spcAft>
                <a:spcPts val="0"/>
              </a:spcAft>
              <a:buClr>
                <a:srgbClr val="434343"/>
              </a:buClr>
              <a:buSzPts val="1000"/>
              <a:buChar char="○"/>
              <a:defRPr sz="1000">
                <a:solidFill>
                  <a:srgbClr val="434343"/>
                </a:solidFill>
              </a:defRPr>
            </a:lvl2pPr>
            <a:lvl3pPr indent="-292100" lvl="2" marL="1371600" algn="l">
              <a:lnSpc>
                <a:spcPct val="115000"/>
              </a:lnSpc>
              <a:spcBef>
                <a:spcPts val="1600"/>
              </a:spcBef>
              <a:spcAft>
                <a:spcPts val="0"/>
              </a:spcAft>
              <a:buClr>
                <a:srgbClr val="434343"/>
              </a:buClr>
              <a:buSzPts val="1000"/>
              <a:buChar char="■"/>
              <a:defRPr sz="1000">
                <a:solidFill>
                  <a:srgbClr val="434343"/>
                </a:solidFill>
              </a:defRPr>
            </a:lvl3pPr>
            <a:lvl4pPr indent="-292100" lvl="3" marL="1828800" algn="l">
              <a:lnSpc>
                <a:spcPct val="115000"/>
              </a:lnSpc>
              <a:spcBef>
                <a:spcPts val="1600"/>
              </a:spcBef>
              <a:spcAft>
                <a:spcPts val="0"/>
              </a:spcAft>
              <a:buClr>
                <a:srgbClr val="434343"/>
              </a:buClr>
              <a:buSzPts val="1000"/>
              <a:buChar char="●"/>
              <a:defRPr sz="1000">
                <a:solidFill>
                  <a:srgbClr val="434343"/>
                </a:solidFill>
              </a:defRPr>
            </a:lvl4pPr>
            <a:lvl5pPr indent="-292100" lvl="4" marL="2286000" algn="l">
              <a:lnSpc>
                <a:spcPct val="115000"/>
              </a:lnSpc>
              <a:spcBef>
                <a:spcPts val="1600"/>
              </a:spcBef>
              <a:spcAft>
                <a:spcPts val="0"/>
              </a:spcAft>
              <a:buClr>
                <a:srgbClr val="434343"/>
              </a:buClr>
              <a:buSzPts val="1000"/>
              <a:buChar char="○"/>
              <a:defRPr sz="1000">
                <a:solidFill>
                  <a:srgbClr val="434343"/>
                </a:solidFill>
              </a:defRPr>
            </a:lvl5pPr>
            <a:lvl6pPr indent="-292100" lvl="5" marL="2743200" algn="l">
              <a:lnSpc>
                <a:spcPct val="115000"/>
              </a:lnSpc>
              <a:spcBef>
                <a:spcPts val="1600"/>
              </a:spcBef>
              <a:spcAft>
                <a:spcPts val="0"/>
              </a:spcAft>
              <a:buClr>
                <a:srgbClr val="434343"/>
              </a:buClr>
              <a:buSzPts val="1000"/>
              <a:buChar char="■"/>
              <a:defRPr sz="1000">
                <a:solidFill>
                  <a:srgbClr val="434343"/>
                </a:solidFill>
              </a:defRPr>
            </a:lvl6pPr>
            <a:lvl7pPr indent="-292100" lvl="6" marL="3200400" algn="l">
              <a:lnSpc>
                <a:spcPct val="115000"/>
              </a:lnSpc>
              <a:spcBef>
                <a:spcPts val="1600"/>
              </a:spcBef>
              <a:spcAft>
                <a:spcPts val="0"/>
              </a:spcAft>
              <a:buClr>
                <a:srgbClr val="434343"/>
              </a:buClr>
              <a:buSzPts val="1000"/>
              <a:buChar char="●"/>
              <a:defRPr sz="1000">
                <a:solidFill>
                  <a:srgbClr val="434343"/>
                </a:solidFill>
              </a:defRPr>
            </a:lvl7pPr>
            <a:lvl8pPr indent="-292100" lvl="7" marL="3657600" algn="l">
              <a:lnSpc>
                <a:spcPct val="115000"/>
              </a:lnSpc>
              <a:spcBef>
                <a:spcPts val="1600"/>
              </a:spcBef>
              <a:spcAft>
                <a:spcPts val="0"/>
              </a:spcAft>
              <a:buClr>
                <a:srgbClr val="434343"/>
              </a:buClr>
              <a:buSzPts val="1000"/>
              <a:buChar char="○"/>
              <a:defRPr sz="1000">
                <a:solidFill>
                  <a:srgbClr val="434343"/>
                </a:solidFill>
              </a:defRPr>
            </a:lvl8pPr>
            <a:lvl9pPr indent="-292100" lvl="8" marL="4114800" algn="l">
              <a:lnSpc>
                <a:spcPct val="115000"/>
              </a:lnSpc>
              <a:spcBef>
                <a:spcPts val="1600"/>
              </a:spcBef>
              <a:spcAft>
                <a:spcPts val="1600"/>
              </a:spcAft>
              <a:buClr>
                <a:srgbClr val="434343"/>
              </a:buClr>
              <a:buSzPts val="1000"/>
              <a:buChar char="■"/>
              <a:defRPr sz="1000">
                <a:solidFill>
                  <a:srgbClr val="434343"/>
                </a:solidFill>
              </a:defRPr>
            </a:lvl9pPr>
          </a:lstStyle>
          <a:p/>
        </p:txBody>
      </p:sp>
      <p:sp>
        <p:nvSpPr>
          <p:cNvPr id="75" name="Google Shape;75;g13cf7982f75_0_43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61616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3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8" name="Google Shape;78;p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79" name="Shape 79"/>
        <p:cNvGrpSpPr/>
        <p:nvPr/>
      </p:nvGrpSpPr>
      <p:grpSpPr>
        <a:xfrm>
          <a:off x="0" y="0"/>
          <a:ext cx="0" cy="0"/>
          <a:chOff x="0" y="0"/>
          <a:chExt cx="0" cy="0"/>
        </a:xfrm>
      </p:grpSpPr>
      <p:grpSp>
        <p:nvGrpSpPr>
          <p:cNvPr id="80" name="Google Shape;80;p24"/>
          <p:cNvGrpSpPr/>
          <p:nvPr/>
        </p:nvGrpSpPr>
        <p:grpSpPr>
          <a:xfrm>
            <a:off x="4406400" y="0"/>
            <a:ext cx="4737600" cy="5143065"/>
            <a:chOff x="4406400" y="0"/>
            <a:chExt cx="4737600" cy="5143065"/>
          </a:xfrm>
        </p:grpSpPr>
        <p:sp>
          <p:nvSpPr>
            <p:cNvPr id="81" name="Google Shape;81;p24"/>
            <p:cNvSpPr/>
            <p:nvPr/>
          </p:nvSpPr>
          <p:spPr>
            <a:xfrm rot="5400000">
              <a:off x="4408200" y="-1800"/>
              <a:ext cx="4734000" cy="4737600"/>
            </a:xfrm>
            <a:prstGeom prst="diagStripe">
              <a:avLst>
                <a:gd fmla="val 49469"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4"/>
            <p:cNvSpPr/>
            <p:nvPr/>
          </p:nvSpPr>
          <p:spPr>
            <a:xfrm rot="5400000">
              <a:off x="4841125" y="5700"/>
              <a:ext cx="4298100" cy="4286700"/>
            </a:xfrm>
            <a:prstGeom prst="diagStripe">
              <a:avLst>
                <a:gd fmla="val 0" name="adj"/>
              </a:avLst>
            </a:prstGeom>
            <a:solidFill>
              <a:schemeClr val="lt1">
                <a:alpha val="274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4"/>
            <p:cNvSpPr/>
            <p:nvPr/>
          </p:nvSpPr>
          <p:spPr>
            <a:xfrm rot="-5400000">
              <a:off x="5618399" y="123646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4"/>
            <p:cNvSpPr/>
            <p:nvPr/>
          </p:nvSpPr>
          <p:spPr>
            <a:xfrm flipH="1">
              <a:off x="5849857" y="1443956"/>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4"/>
            <p:cNvSpPr/>
            <p:nvPr/>
          </p:nvSpPr>
          <p:spPr>
            <a:xfrm rot="-5400000">
              <a:off x="5987081" y="24694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4"/>
            <p:cNvSpPr/>
            <p:nvPr/>
          </p:nvSpPr>
          <p:spPr>
            <a:xfrm flipH="1">
              <a:off x="6222115" y="267695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4"/>
            <p:cNvSpPr/>
            <p:nvPr/>
          </p:nvSpPr>
          <p:spPr>
            <a:xfrm rot="-5400000">
              <a:off x="6675341" y="1862018"/>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4"/>
            <p:cNvSpPr/>
            <p:nvPr/>
          </p:nvSpPr>
          <p:spPr>
            <a:xfrm rot="-5400000">
              <a:off x="6861141" y="247781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4"/>
            <p:cNvSpPr/>
            <p:nvPr/>
          </p:nvSpPr>
          <p:spPr>
            <a:xfrm flipH="1">
              <a:off x="7965266" y="269296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4"/>
            <p:cNvSpPr/>
            <p:nvPr/>
          </p:nvSpPr>
          <p:spPr>
            <a:xfrm flipH="1">
              <a:off x="8145082" y="330875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4"/>
            <p:cNvSpPr/>
            <p:nvPr/>
          </p:nvSpPr>
          <p:spPr>
            <a:xfrm rot="-5400000">
              <a:off x="7047599" y="309501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4"/>
            <p:cNvSpPr/>
            <p:nvPr/>
          </p:nvSpPr>
          <p:spPr>
            <a:xfrm flipH="1">
              <a:off x="7276649" y="3302502"/>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4"/>
            <p:cNvSpPr/>
            <p:nvPr/>
          </p:nvSpPr>
          <p:spPr>
            <a:xfrm flipH="1">
              <a:off x="7462448" y="3918294"/>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4"/>
            <p:cNvSpPr/>
            <p:nvPr/>
          </p:nvSpPr>
          <p:spPr>
            <a:xfrm rot="-5400000">
              <a:off x="8102491" y="3718473"/>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4"/>
            <p:cNvSpPr/>
            <p:nvPr/>
          </p:nvSpPr>
          <p:spPr>
            <a:xfrm flipH="1">
              <a:off x="8334533" y="3925960"/>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4"/>
            <p:cNvSpPr/>
            <p:nvPr/>
          </p:nvSpPr>
          <p:spPr>
            <a:xfrm rot="-5400000">
              <a:off x="8288290" y="4334265"/>
              <a:ext cx="808800" cy="808800"/>
            </a:xfrm>
            <a:prstGeom prst="diagStripe">
              <a:avLst>
                <a:gd fmla="val 50000" name="adj"/>
              </a:avLst>
            </a:prstGeom>
            <a:solidFill>
              <a:schemeClr val="lt1">
                <a:alpha val="666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9" name="Google Shape;9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100" name="Google Shape;100;p2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101" name="Shape 101"/>
        <p:cNvGrpSpPr/>
        <p:nvPr/>
      </p:nvGrpSpPr>
      <p:grpSpPr>
        <a:xfrm>
          <a:off x="0" y="0"/>
          <a:ext cx="0" cy="0"/>
          <a:chOff x="0" y="0"/>
          <a:chExt cx="0" cy="0"/>
        </a:xfrm>
      </p:grpSpPr>
      <p:pic>
        <p:nvPicPr>
          <p:cNvPr descr="offset_comp_343059.jpg" id="102" name="Google Shape;102;p26"/>
          <p:cNvPicPr preferRelativeResize="0"/>
          <p:nvPr/>
        </p:nvPicPr>
        <p:blipFill rotWithShape="1">
          <a:blip r:embed="rId2">
            <a:alphaModFix amt="80000"/>
          </a:blip>
          <a:srcRect b="25869" l="30474" r="30474" t="11954"/>
          <a:stretch/>
        </p:blipFill>
        <p:spPr>
          <a:xfrm rot="-5400000">
            <a:off x="113630" y="-105700"/>
            <a:ext cx="5142300" cy="5364300"/>
          </a:xfrm>
          <a:prstGeom prst="diagStripe">
            <a:avLst>
              <a:gd fmla="val 50343" name="adj"/>
            </a:avLst>
          </a:prstGeom>
          <a:noFill/>
          <a:ln>
            <a:noFill/>
          </a:ln>
        </p:spPr>
      </p:pic>
      <p:sp>
        <p:nvSpPr>
          <p:cNvPr id="103" name="Google Shape;103;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4" name="Google Shape;104;p26"/>
          <p:cNvSpPr txBox="1"/>
          <p:nvPr>
            <p:ph idx="1" type="body"/>
          </p:nvPr>
        </p:nvSpPr>
        <p:spPr>
          <a:xfrm>
            <a:off x="4018025" y="1567550"/>
            <a:ext cx="4318500" cy="1766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Clr>
                <a:schemeClr val="dk2"/>
              </a:buClr>
              <a:buSzPts val="1800"/>
              <a:buChar char="●"/>
              <a:defRPr>
                <a:solidFill>
                  <a:schemeClr val="dk2"/>
                </a:solidFill>
              </a:defRPr>
            </a:lvl1pPr>
            <a:lvl2pPr indent="-317500" lvl="1" marL="914400" algn="l">
              <a:lnSpc>
                <a:spcPct val="115000"/>
              </a:lnSpc>
              <a:spcBef>
                <a:spcPts val="0"/>
              </a:spcBef>
              <a:spcAft>
                <a:spcPts val="0"/>
              </a:spcAft>
              <a:buClr>
                <a:schemeClr val="dk2"/>
              </a:buClr>
              <a:buSzPts val="1400"/>
              <a:buChar char="○"/>
              <a:defRPr>
                <a:solidFill>
                  <a:schemeClr val="dk2"/>
                </a:solidFill>
              </a:defRPr>
            </a:lvl2pPr>
            <a:lvl3pPr indent="-317500" lvl="2" marL="1371600" algn="l">
              <a:lnSpc>
                <a:spcPct val="115000"/>
              </a:lnSpc>
              <a:spcBef>
                <a:spcPts val="0"/>
              </a:spcBef>
              <a:spcAft>
                <a:spcPts val="0"/>
              </a:spcAft>
              <a:buClr>
                <a:schemeClr val="dk2"/>
              </a:buClr>
              <a:buSzPts val="1400"/>
              <a:buChar char="■"/>
              <a:defRPr>
                <a:solidFill>
                  <a:schemeClr val="dk2"/>
                </a:solidFill>
              </a:defRPr>
            </a:lvl3pPr>
            <a:lvl4pPr indent="-317500" lvl="3" marL="1828800" algn="l">
              <a:lnSpc>
                <a:spcPct val="115000"/>
              </a:lnSpc>
              <a:spcBef>
                <a:spcPts val="0"/>
              </a:spcBef>
              <a:spcAft>
                <a:spcPts val="0"/>
              </a:spcAft>
              <a:buClr>
                <a:schemeClr val="dk2"/>
              </a:buClr>
              <a:buSzPts val="1400"/>
              <a:buChar char="●"/>
              <a:defRPr>
                <a:solidFill>
                  <a:schemeClr val="dk2"/>
                </a:solidFill>
              </a:defRPr>
            </a:lvl4pPr>
            <a:lvl5pPr indent="-317500" lvl="4" marL="2286000" algn="l">
              <a:lnSpc>
                <a:spcPct val="115000"/>
              </a:lnSpc>
              <a:spcBef>
                <a:spcPts val="0"/>
              </a:spcBef>
              <a:spcAft>
                <a:spcPts val="0"/>
              </a:spcAft>
              <a:buClr>
                <a:schemeClr val="dk2"/>
              </a:buClr>
              <a:buSzPts val="1400"/>
              <a:buChar char="○"/>
              <a:defRPr>
                <a:solidFill>
                  <a:schemeClr val="dk2"/>
                </a:solidFill>
              </a:defRPr>
            </a:lvl5pPr>
            <a:lvl6pPr indent="-317500" lvl="5" marL="2743200" algn="l">
              <a:lnSpc>
                <a:spcPct val="115000"/>
              </a:lnSpc>
              <a:spcBef>
                <a:spcPts val="0"/>
              </a:spcBef>
              <a:spcAft>
                <a:spcPts val="0"/>
              </a:spcAft>
              <a:buClr>
                <a:schemeClr val="dk2"/>
              </a:buClr>
              <a:buSzPts val="1400"/>
              <a:buChar char="■"/>
              <a:defRPr>
                <a:solidFill>
                  <a:schemeClr val="dk2"/>
                </a:solidFill>
              </a:defRPr>
            </a:lvl6pPr>
            <a:lvl7pPr indent="-317500" lvl="6" marL="3200400" algn="l">
              <a:lnSpc>
                <a:spcPct val="115000"/>
              </a:lnSpc>
              <a:spcBef>
                <a:spcPts val="0"/>
              </a:spcBef>
              <a:spcAft>
                <a:spcPts val="0"/>
              </a:spcAft>
              <a:buClr>
                <a:schemeClr val="dk2"/>
              </a:buClr>
              <a:buSzPts val="1400"/>
              <a:buChar char="●"/>
              <a:defRPr>
                <a:solidFill>
                  <a:schemeClr val="dk2"/>
                </a:solidFill>
              </a:defRPr>
            </a:lvl7pPr>
            <a:lvl8pPr indent="-317500" lvl="7" marL="3657600" algn="l">
              <a:lnSpc>
                <a:spcPct val="115000"/>
              </a:lnSpc>
              <a:spcBef>
                <a:spcPts val="0"/>
              </a:spcBef>
              <a:spcAft>
                <a:spcPts val="0"/>
              </a:spcAft>
              <a:buClr>
                <a:schemeClr val="dk2"/>
              </a:buClr>
              <a:buSzPts val="1400"/>
              <a:buChar char="○"/>
              <a:defRPr>
                <a:solidFill>
                  <a:schemeClr val="dk2"/>
                </a:solidFill>
              </a:defRPr>
            </a:lvl8pPr>
            <a:lvl9pPr indent="-317500" lvl="8" marL="4114800" algn="l">
              <a:lnSpc>
                <a:spcPct val="115000"/>
              </a:lnSpc>
              <a:spcBef>
                <a:spcPts val="0"/>
              </a:spcBef>
              <a:spcAft>
                <a:spcPts val="0"/>
              </a:spcAft>
              <a:buClr>
                <a:schemeClr val="dk2"/>
              </a:buClr>
              <a:buSzPts val="1400"/>
              <a:buChar char="■"/>
              <a:defRPr>
                <a:solidFill>
                  <a:schemeClr val="dk2"/>
                </a:solidFill>
              </a:defRPr>
            </a:lvl9pPr>
          </a:lstStyle>
          <a:p/>
        </p:txBody>
      </p:sp>
      <p:sp>
        <p:nvSpPr>
          <p:cNvPr id="105" name="Google Shape;105;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106" name="Google Shape;106;p2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6">
            <a:hlinkClick action="ppaction://hlinksldjump" r:id="rId4"/>
          </p:cNvPr>
          <p:cNvSpPr/>
          <p:nvPr/>
        </p:nvSpPr>
        <p:spPr>
          <a:xfrm>
            <a:off x="212050" y="221751"/>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6">
            <a:hlinkClick action="ppaction://hlinksldjump" r:id="rId5"/>
          </p:cNvPr>
          <p:cNvSpPr/>
          <p:nvPr/>
        </p:nvSpPr>
        <p:spPr>
          <a:xfrm>
            <a:off x="212050" y="284225"/>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6">
            <a:hlinkClick action="ppaction://hlinksldjump" r:id="rId6"/>
          </p:cNvPr>
          <p:cNvSpPr/>
          <p:nvPr/>
        </p:nvSpPr>
        <p:spPr>
          <a:xfrm>
            <a:off x="212050" y="346699"/>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 name="Google Shape;110;p26"/>
          <p:cNvGrpSpPr/>
          <p:nvPr/>
        </p:nvGrpSpPr>
        <p:grpSpPr>
          <a:xfrm>
            <a:off x="0" y="381001"/>
            <a:ext cx="1037850" cy="1016288"/>
            <a:chOff x="0" y="381001"/>
            <a:chExt cx="1037850" cy="1016288"/>
          </a:xfrm>
        </p:grpSpPr>
        <p:sp>
          <p:nvSpPr>
            <p:cNvPr id="111" name="Google Shape;111;p2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3" name="Shape 113"/>
        <p:cNvGrpSpPr/>
        <p:nvPr/>
      </p:nvGrpSpPr>
      <p:grpSpPr>
        <a:xfrm>
          <a:off x="0" y="0"/>
          <a:ext cx="0" cy="0"/>
          <a:chOff x="0" y="0"/>
          <a:chExt cx="0" cy="0"/>
        </a:xfrm>
      </p:grpSpPr>
      <p:sp>
        <p:nvSpPr>
          <p:cNvPr id="114" name="Google Shape;114;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5" name="Google Shape;115;p27"/>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6" name="Google Shape;116;p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sp>
        <p:nvSpPr>
          <p:cNvPr id="118" name="Google Shape;118;p28"/>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9" name="Google Shape;119;p28"/>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20" name="Google Shape;120;p28"/>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1" name="Google Shape;121;p28"/>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2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123" name="Google Shape;123;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124" name="Shape 124"/>
        <p:cNvGrpSpPr/>
        <p:nvPr/>
      </p:nvGrpSpPr>
      <p:grpSpPr>
        <a:xfrm>
          <a:off x="0" y="0"/>
          <a:ext cx="0" cy="0"/>
          <a:chOff x="0" y="0"/>
          <a:chExt cx="0" cy="0"/>
        </a:xfrm>
      </p:grpSpPr>
      <p:sp>
        <p:nvSpPr>
          <p:cNvPr id="125" name="Google Shape;125;p29"/>
          <p:cNvSpPr txBox="1"/>
          <p:nvPr>
            <p:ph type="title"/>
          </p:nvPr>
        </p:nvSpPr>
        <p:spPr>
          <a:xfrm>
            <a:off x="361071" y="1924852"/>
            <a:ext cx="2304900" cy="1797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26" name="Google Shape;126;p29"/>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9"/>
          <p:cNvSpPr txBox="1"/>
          <p:nvPr>
            <p:ph idx="1" type="body"/>
          </p:nvPr>
        </p:nvSpPr>
        <p:spPr>
          <a:xfrm>
            <a:off x="6451271" y="1924850"/>
            <a:ext cx="2304900" cy="17973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Clr>
                <a:schemeClr val="dk1"/>
              </a:buClr>
              <a:buSzPts val="1100"/>
              <a:buChar char="●"/>
              <a:defRPr sz="1100">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
        <p:nvSpPr>
          <p:cNvPr id="128" name="Google Shape;128;p2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9">
            <a:hlinkClick action="ppaction://hlinksldjump" r:id="rId3"/>
          </p:cNvPr>
          <p:cNvSpPr/>
          <p:nvPr/>
        </p:nvSpPr>
        <p:spPr>
          <a:xfrm>
            <a:off x="212050" y="221751"/>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9">
            <a:hlinkClick action="ppaction://hlinksldjump" r:id="rId4"/>
          </p:cNvPr>
          <p:cNvSpPr/>
          <p:nvPr/>
        </p:nvSpPr>
        <p:spPr>
          <a:xfrm>
            <a:off x="212050" y="284225"/>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a:hlinkClick action="ppaction://hlinksldjump" r:id="rId5"/>
          </p:cNvPr>
          <p:cNvSpPr/>
          <p:nvPr/>
        </p:nvSpPr>
        <p:spPr>
          <a:xfrm>
            <a:off x="212050" y="346699"/>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 name="Google Shape;132;p29"/>
          <p:cNvGrpSpPr/>
          <p:nvPr/>
        </p:nvGrpSpPr>
        <p:grpSpPr>
          <a:xfrm>
            <a:off x="0" y="381001"/>
            <a:ext cx="1037850" cy="1016288"/>
            <a:chOff x="0" y="381001"/>
            <a:chExt cx="1037850" cy="1016288"/>
          </a:xfrm>
        </p:grpSpPr>
        <p:sp>
          <p:nvSpPr>
            <p:cNvPr id="133" name="Google Shape;133;p2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5" name="Google Shape;135;p29"/>
          <p:cNvSpPr txBox="1"/>
          <p:nvPr>
            <p:ph idx="2" type="title"/>
          </p:nvPr>
        </p:nvSpPr>
        <p:spPr>
          <a:xfrm>
            <a:off x="1297500" y="459490"/>
            <a:ext cx="3005700" cy="510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136" name="Google Shape;136;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137" name="Shape 137"/>
        <p:cNvGrpSpPr/>
        <p:nvPr/>
      </p:nvGrpSpPr>
      <p:grpSpPr>
        <a:xfrm>
          <a:off x="0" y="0"/>
          <a:ext cx="0" cy="0"/>
          <a:chOff x="0" y="0"/>
          <a:chExt cx="0" cy="0"/>
        </a:xfrm>
      </p:grpSpPr>
      <p:sp>
        <p:nvSpPr>
          <p:cNvPr id="138" name="Google Shape;138;p30"/>
          <p:cNvSpPr txBox="1"/>
          <p:nvPr>
            <p:ph type="title"/>
          </p:nvPr>
        </p:nvSpPr>
        <p:spPr>
          <a:xfrm>
            <a:off x="702850" y="1708619"/>
            <a:ext cx="3333300" cy="1470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39" name="Google Shape;139;p30"/>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0">
            <a:hlinkClick action="ppaction://hlinksldjump" r:id="rId3"/>
          </p:cNvPr>
          <p:cNvSpPr/>
          <p:nvPr/>
        </p:nvSpPr>
        <p:spPr>
          <a:xfrm>
            <a:off x="212050" y="221751"/>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0">
            <a:hlinkClick action="ppaction://hlinksldjump" r:id="rId4"/>
          </p:cNvPr>
          <p:cNvSpPr/>
          <p:nvPr/>
        </p:nvSpPr>
        <p:spPr>
          <a:xfrm>
            <a:off x="212050" y="284225"/>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0">
            <a:hlinkClick action="ppaction://hlinksldjump" r:id="rId5"/>
          </p:cNvPr>
          <p:cNvSpPr/>
          <p:nvPr/>
        </p:nvSpPr>
        <p:spPr>
          <a:xfrm>
            <a:off x="212050" y="346699"/>
            <a:ext cx="219600" cy="18900"/>
          </a:xfrm>
          <a:prstGeom prst="rect">
            <a:avLst/>
          </a:prstGeom>
          <a:solidFill>
            <a:srgbClr val="55688B">
              <a:alpha val="3529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4" name="Google Shape;144;p30"/>
          <p:cNvGrpSpPr/>
          <p:nvPr/>
        </p:nvGrpSpPr>
        <p:grpSpPr>
          <a:xfrm>
            <a:off x="0" y="381001"/>
            <a:ext cx="1037850" cy="1016288"/>
            <a:chOff x="0" y="381001"/>
            <a:chExt cx="1037850" cy="1016288"/>
          </a:xfrm>
        </p:grpSpPr>
        <p:sp>
          <p:nvSpPr>
            <p:cNvPr id="145" name="Google Shape;145;p3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 name="Google Shape;147;p30"/>
          <p:cNvSpPr txBox="1"/>
          <p:nvPr>
            <p:ph idx="2" type="title"/>
          </p:nvPr>
        </p:nvSpPr>
        <p:spPr>
          <a:xfrm>
            <a:off x="1297500" y="459490"/>
            <a:ext cx="3005700" cy="510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148" name="Google Shape;14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
        <p:nvSpPr>
          <p:cNvPr id="149" name="Google Shape;149;p30"/>
          <p:cNvSpPr txBox="1"/>
          <p:nvPr>
            <p:ph idx="1" type="body"/>
          </p:nvPr>
        </p:nvSpPr>
        <p:spPr>
          <a:xfrm>
            <a:off x="702850" y="3625275"/>
            <a:ext cx="3333300" cy="7653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Clr>
                <a:schemeClr val="dk1"/>
              </a:buClr>
              <a:buSzPts val="1100"/>
              <a:buChar char="●"/>
              <a:defRPr sz="1100">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0" name="Shape 150"/>
        <p:cNvGrpSpPr/>
        <p:nvPr/>
      </p:nvGrpSpPr>
      <p:grpSpPr>
        <a:xfrm>
          <a:off x="0" y="0"/>
          <a:ext cx="0" cy="0"/>
          <a:chOff x="0" y="0"/>
          <a:chExt cx="0" cy="0"/>
        </a:xfrm>
      </p:grpSpPr>
      <p:grpSp>
        <p:nvGrpSpPr>
          <p:cNvPr id="151" name="Google Shape;151;p32"/>
          <p:cNvGrpSpPr/>
          <p:nvPr/>
        </p:nvGrpSpPr>
        <p:grpSpPr>
          <a:xfrm>
            <a:off x="6098378" y="5"/>
            <a:ext cx="3045625" cy="2030570"/>
            <a:chOff x="6098378" y="5"/>
            <a:chExt cx="3045625" cy="2030570"/>
          </a:xfrm>
        </p:grpSpPr>
        <p:sp>
          <p:nvSpPr>
            <p:cNvPr id="152" name="Google Shape;152;p3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32"/>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58" name="Google Shape;158;p3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159" name="Shape 159"/>
        <p:cNvGrpSpPr/>
        <p:nvPr/>
      </p:nvGrpSpPr>
      <p:grpSpPr>
        <a:xfrm>
          <a:off x="0" y="0"/>
          <a:ext cx="0" cy="0"/>
          <a:chOff x="0" y="0"/>
          <a:chExt cx="0" cy="0"/>
        </a:xfrm>
      </p:grpSpPr>
      <p:grpSp>
        <p:nvGrpSpPr>
          <p:cNvPr id="160" name="Google Shape;160;p34"/>
          <p:cNvGrpSpPr/>
          <p:nvPr/>
        </p:nvGrpSpPr>
        <p:grpSpPr>
          <a:xfrm>
            <a:off x="6098378" y="5"/>
            <a:ext cx="3045625" cy="2030570"/>
            <a:chOff x="6098378" y="5"/>
            <a:chExt cx="3045625" cy="2030570"/>
          </a:xfrm>
        </p:grpSpPr>
        <p:sp>
          <p:nvSpPr>
            <p:cNvPr id="161" name="Google Shape;161;p34"/>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4"/>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4"/>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4"/>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4"/>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p34"/>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67" name="Google Shape;167;p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8" name="Shape 168"/>
        <p:cNvGrpSpPr/>
        <p:nvPr/>
      </p:nvGrpSpPr>
      <p:grpSpPr>
        <a:xfrm>
          <a:off x="0" y="0"/>
          <a:ext cx="0" cy="0"/>
          <a:chOff x="0" y="0"/>
          <a:chExt cx="0" cy="0"/>
        </a:xfrm>
      </p:grpSpPr>
      <p:sp>
        <p:nvSpPr>
          <p:cNvPr id="169" name="Google Shape;169;p35"/>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70" name="Google Shape;170;p3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71" name="Shape 171"/>
        <p:cNvGrpSpPr/>
        <p:nvPr/>
      </p:nvGrpSpPr>
      <p:grpSpPr>
        <a:xfrm>
          <a:off x="0" y="0"/>
          <a:ext cx="0" cy="0"/>
          <a:chOff x="0" y="0"/>
          <a:chExt cx="0" cy="0"/>
        </a:xfrm>
      </p:grpSpPr>
      <p:grpSp>
        <p:nvGrpSpPr>
          <p:cNvPr id="172" name="Google Shape;172;p36"/>
          <p:cNvGrpSpPr/>
          <p:nvPr/>
        </p:nvGrpSpPr>
        <p:grpSpPr>
          <a:xfrm>
            <a:off x="6098378" y="5"/>
            <a:ext cx="3045625" cy="2030570"/>
            <a:chOff x="6098378" y="5"/>
            <a:chExt cx="3045625" cy="2030570"/>
          </a:xfrm>
        </p:grpSpPr>
        <p:sp>
          <p:nvSpPr>
            <p:cNvPr id="173" name="Google Shape;173;p36"/>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6"/>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6"/>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6"/>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6"/>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8" name="Google Shape;178;p36"/>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179" name="Google Shape;179;p36"/>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180" name="Google Shape;180;p3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1" name="Shape 181"/>
        <p:cNvGrpSpPr/>
        <p:nvPr/>
      </p:nvGrpSpPr>
      <p:grpSpPr>
        <a:xfrm>
          <a:off x="0" y="0"/>
          <a:ext cx="0" cy="0"/>
          <a:chOff x="0" y="0"/>
          <a:chExt cx="0" cy="0"/>
        </a:xfrm>
      </p:grpSpPr>
      <p:sp>
        <p:nvSpPr>
          <p:cNvPr id="182" name="Google Shape;182;p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2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2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hyperlink" Target="https://towardsdatascience.com/k-means-clustering-algorithm-applications-evaluation-methods-and-drawbacks-aa03e644b48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990"/>
              <a:buNone/>
            </a:pPr>
            <a:r>
              <a:rPr lang="en-GB" sz="3280"/>
              <a:t>ARIZONA HEART DISEASES TREATMENT COST STRATEGIES</a:t>
            </a:r>
            <a:endParaRPr sz="3280"/>
          </a:p>
        </p:txBody>
      </p:sp>
      <p:sp>
        <p:nvSpPr>
          <p:cNvPr id="188" name="Google Shape;188;p1"/>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SzPct val="94381"/>
              <a:buNone/>
            </a:pPr>
            <a:r>
              <a:rPr lang="en-GB" sz="8900"/>
              <a:t>                  By Gershon Apeteh  and </a:t>
            </a:r>
            <a:r>
              <a:rPr lang="en-GB" sz="9300"/>
              <a:t>Moses Cyabukombe</a:t>
            </a:r>
            <a:endParaRPr sz="9300"/>
          </a:p>
          <a:p>
            <a:pPr indent="0" lvl="0" marL="0" rtl="0" algn="l">
              <a:lnSpc>
                <a:spcPct val="115000"/>
              </a:lnSpc>
              <a:spcBef>
                <a:spcPts val="1600"/>
              </a:spcBef>
              <a:spcAft>
                <a:spcPts val="1600"/>
              </a:spcAft>
              <a:buSzPts val="21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92" name="Shape 192"/>
        <p:cNvGrpSpPr/>
        <p:nvPr/>
      </p:nvGrpSpPr>
      <p:grpSpPr>
        <a:xfrm>
          <a:off x="0" y="0"/>
          <a:ext cx="0" cy="0"/>
          <a:chOff x="0" y="0"/>
          <a:chExt cx="0" cy="0"/>
        </a:xfrm>
      </p:grpSpPr>
      <p:pic>
        <p:nvPicPr>
          <p:cNvPr id="193" name="Google Shape;193;p2"/>
          <p:cNvPicPr preferRelativeResize="0"/>
          <p:nvPr/>
        </p:nvPicPr>
        <p:blipFill rotWithShape="1">
          <a:blip r:embed="rId3">
            <a:alphaModFix/>
          </a:blip>
          <a:srcRect b="0" l="21006" r="21011" t="0"/>
          <a:stretch/>
        </p:blipFill>
        <p:spPr>
          <a:xfrm>
            <a:off x="5585238" y="1036200"/>
            <a:ext cx="2745453" cy="3156673"/>
          </a:xfrm>
          <a:prstGeom prst="rect">
            <a:avLst/>
          </a:prstGeom>
          <a:noFill/>
          <a:ln>
            <a:noFill/>
          </a:ln>
        </p:spPr>
      </p:pic>
      <p:sp>
        <p:nvSpPr>
          <p:cNvPr id="194" name="Google Shape;194;p2"/>
          <p:cNvSpPr txBox="1"/>
          <p:nvPr>
            <p:ph type="title"/>
          </p:nvPr>
        </p:nvSpPr>
        <p:spPr>
          <a:xfrm>
            <a:off x="813263" y="977425"/>
            <a:ext cx="4252200" cy="159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GB"/>
              <a:t>THE BUSINESS PROBLEM</a:t>
            </a:r>
            <a:endParaRPr/>
          </a:p>
        </p:txBody>
      </p:sp>
      <p:sp>
        <p:nvSpPr>
          <p:cNvPr id="195" name="Google Shape;195;p2"/>
          <p:cNvSpPr txBox="1"/>
          <p:nvPr>
            <p:ph idx="1" type="body"/>
          </p:nvPr>
        </p:nvSpPr>
        <p:spPr>
          <a:xfrm>
            <a:off x="813263" y="2651475"/>
            <a:ext cx="4252200" cy="1833805"/>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b="1" lang="en-GB"/>
              <a:t> Assist  Arizona state on factors that affect the cost of heart disease treatment to strategically  minimize cost leading to saving lives and better allocate resources.</a:t>
            </a:r>
            <a:endParaRPr b="1"/>
          </a:p>
          <a:p>
            <a:pPr indent="0" lvl="0" marL="457200" rtl="0" algn="l">
              <a:lnSpc>
                <a:spcPct val="115000"/>
              </a:lnSpc>
              <a:spcBef>
                <a:spcPts val="1600"/>
              </a:spcBef>
              <a:spcAft>
                <a:spcPts val="1600"/>
              </a:spcAft>
              <a:buSzPts val="1400"/>
              <a:buNone/>
            </a:pPr>
            <a:r>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13c36ff2feb_0_0"/>
          <p:cNvSpPr txBox="1"/>
          <p:nvPr>
            <p:ph type="ctrTitle"/>
          </p:nvPr>
        </p:nvSpPr>
        <p:spPr>
          <a:xfrm>
            <a:off x="374400" y="502897"/>
            <a:ext cx="8222100" cy="838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The Approach to the problem</a:t>
            </a:r>
            <a:endParaRPr/>
          </a:p>
          <a:p>
            <a:pPr indent="0" lvl="0" marL="0" rtl="0" algn="l">
              <a:lnSpc>
                <a:spcPct val="100000"/>
              </a:lnSpc>
              <a:spcBef>
                <a:spcPts val="0"/>
              </a:spcBef>
              <a:spcAft>
                <a:spcPts val="0"/>
              </a:spcAft>
              <a:buSzPct val="111111"/>
              <a:buNone/>
            </a:pPr>
            <a:r>
              <a:t/>
            </a:r>
            <a:endParaRPr/>
          </a:p>
        </p:txBody>
      </p:sp>
      <p:pic>
        <p:nvPicPr>
          <p:cNvPr id="201" name="Google Shape;201;g13c36ff2feb_0_0"/>
          <p:cNvPicPr preferRelativeResize="0"/>
          <p:nvPr/>
        </p:nvPicPr>
        <p:blipFill rotWithShape="1">
          <a:blip r:embed="rId3">
            <a:alphaModFix/>
          </a:blip>
          <a:srcRect b="0" l="0" r="0" t="0"/>
          <a:stretch/>
        </p:blipFill>
        <p:spPr>
          <a:xfrm>
            <a:off x="0" y="978725"/>
            <a:ext cx="9298400" cy="4164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13c301b2b87_0_5"/>
          <p:cNvSpPr txBox="1"/>
          <p:nvPr>
            <p:ph type="title"/>
          </p:nvPr>
        </p:nvSpPr>
        <p:spPr>
          <a:xfrm>
            <a:off x="311725" y="653326"/>
            <a:ext cx="3706500" cy="3334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GB"/>
              <a:t>THE ANALYTICAL PROBLEM STATEMENT</a:t>
            </a:r>
            <a:endParaRPr/>
          </a:p>
          <a:p>
            <a:pPr indent="0" lvl="0" marL="0" rtl="0" algn="l">
              <a:lnSpc>
                <a:spcPct val="100000"/>
              </a:lnSpc>
              <a:spcBef>
                <a:spcPts val="0"/>
              </a:spcBef>
              <a:spcAft>
                <a:spcPts val="0"/>
              </a:spcAft>
              <a:buSzPts val="3000"/>
              <a:buNone/>
            </a:pPr>
            <a:r>
              <a:t/>
            </a:r>
            <a:endParaRPr/>
          </a:p>
        </p:txBody>
      </p:sp>
      <p:sp>
        <p:nvSpPr>
          <p:cNvPr id="207" name="Google Shape;207;g13c301b2b87_0_5"/>
          <p:cNvSpPr txBox="1"/>
          <p:nvPr>
            <p:ph idx="1" type="body"/>
          </p:nvPr>
        </p:nvSpPr>
        <p:spPr>
          <a:xfrm>
            <a:off x="4620575" y="653325"/>
            <a:ext cx="4211700" cy="37413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GB" sz="1400"/>
              <a:t>Use of analytical techniques including </a:t>
            </a:r>
            <a:endParaRPr sz="1400"/>
          </a:p>
          <a:p>
            <a:pPr indent="-317500" lvl="1" marL="914400" rtl="0" algn="l">
              <a:lnSpc>
                <a:spcPct val="115000"/>
              </a:lnSpc>
              <a:spcBef>
                <a:spcPts val="0"/>
              </a:spcBef>
              <a:spcAft>
                <a:spcPts val="0"/>
              </a:spcAft>
              <a:buSzPts val="1400"/>
              <a:buChar char="○"/>
            </a:pPr>
            <a:r>
              <a:rPr lang="en-GB" sz="1400"/>
              <a:t>Linear regression</a:t>
            </a:r>
            <a:endParaRPr sz="1400"/>
          </a:p>
          <a:p>
            <a:pPr indent="-317500" lvl="1" marL="914400" rtl="0" algn="l">
              <a:lnSpc>
                <a:spcPct val="115000"/>
              </a:lnSpc>
              <a:spcBef>
                <a:spcPts val="0"/>
              </a:spcBef>
              <a:spcAft>
                <a:spcPts val="0"/>
              </a:spcAft>
              <a:buSzPts val="1400"/>
              <a:buChar char="○"/>
            </a:pPr>
            <a:r>
              <a:rPr lang="en-GB" sz="1400"/>
              <a:t> K-means</a:t>
            </a:r>
            <a:endParaRPr sz="1400"/>
          </a:p>
          <a:p>
            <a:pPr indent="-317500" lvl="1" marL="914400" rtl="0" algn="l">
              <a:lnSpc>
                <a:spcPct val="115000"/>
              </a:lnSpc>
              <a:spcBef>
                <a:spcPts val="0"/>
              </a:spcBef>
              <a:spcAft>
                <a:spcPts val="0"/>
              </a:spcAft>
              <a:buSzPts val="1400"/>
              <a:buChar char="○"/>
            </a:pPr>
            <a:r>
              <a:rPr lang="en-GB" sz="1400"/>
              <a:t>Tableau</a:t>
            </a:r>
            <a:endParaRPr sz="1400"/>
          </a:p>
          <a:p>
            <a:pPr indent="-317500" lvl="1" marL="914400" rtl="0" algn="l">
              <a:lnSpc>
                <a:spcPct val="115000"/>
              </a:lnSpc>
              <a:spcBef>
                <a:spcPts val="0"/>
              </a:spcBef>
              <a:spcAft>
                <a:spcPts val="0"/>
              </a:spcAft>
              <a:buSzPts val="1400"/>
              <a:buChar char="○"/>
            </a:pPr>
            <a:r>
              <a:rPr lang="en-GB" sz="1400"/>
              <a:t>Power BI</a:t>
            </a:r>
            <a:endParaRPr sz="1400"/>
          </a:p>
          <a:p>
            <a:pPr indent="-317500" lvl="0" marL="457200" rtl="0" algn="l">
              <a:lnSpc>
                <a:spcPct val="115000"/>
              </a:lnSpc>
              <a:spcBef>
                <a:spcPts val="0"/>
              </a:spcBef>
              <a:spcAft>
                <a:spcPts val="0"/>
              </a:spcAft>
              <a:buSzPts val="1400"/>
              <a:buChar char="●"/>
            </a:pPr>
            <a:r>
              <a:rPr lang="en-GB" sz="1400"/>
              <a:t>Effective use of statistical data to help Arizona  focus on factors affecting cost of heart diseases treatment</a:t>
            </a:r>
            <a:endParaRPr sz="1400"/>
          </a:p>
          <a:p>
            <a:pPr indent="-317500" lvl="0" marL="457200" rtl="0" algn="l">
              <a:lnSpc>
                <a:spcPct val="115000"/>
              </a:lnSpc>
              <a:spcBef>
                <a:spcPts val="0"/>
              </a:spcBef>
              <a:spcAft>
                <a:spcPts val="0"/>
              </a:spcAft>
              <a:buSzPts val="1400"/>
              <a:buChar char="●"/>
            </a:pPr>
            <a:r>
              <a:rPr lang="en-GB" sz="1400"/>
              <a:t>Reduce cost and allocate resources appropriately. </a:t>
            </a:r>
            <a:endParaRPr sz="1400"/>
          </a:p>
          <a:p>
            <a:pPr indent="0" lvl="0" marL="457200" rtl="0" algn="l">
              <a:lnSpc>
                <a:spcPct val="115000"/>
              </a:lnSpc>
              <a:spcBef>
                <a:spcPts val="1600"/>
              </a:spcBef>
              <a:spcAft>
                <a:spcPts val="1600"/>
              </a:spcAft>
              <a:buSzPts val="1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13cf7982f75_0_56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Data Understanding and collection</a:t>
            </a:r>
            <a:endParaRPr/>
          </a:p>
        </p:txBody>
      </p:sp>
      <p:sp>
        <p:nvSpPr>
          <p:cNvPr id="213" name="Google Shape;213;g13cf7982f75_0_56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b="1"/>
          </a:p>
          <a:p>
            <a:pPr indent="0" lvl="0" marL="0" rtl="0" algn="l">
              <a:lnSpc>
                <a:spcPct val="115000"/>
              </a:lnSpc>
              <a:spcBef>
                <a:spcPts val="0"/>
              </a:spcBef>
              <a:spcAft>
                <a:spcPts val="0"/>
              </a:spcAft>
              <a:buSzPts val="1800"/>
              <a:buNone/>
            </a:pPr>
            <a:r>
              <a:t/>
            </a:r>
            <a:endParaRPr sz="1200"/>
          </a:p>
        </p:txBody>
      </p:sp>
      <p:pic>
        <p:nvPicPr>
          <p:cNvPr id="214" name="Google Shape;214;g13cf7982f75_0_563"/>
          <p:cNvPicPr preferRelativeResize="0"/>
          <p:nvPr/>
        </p:nvPicPr>
        <p:blipFill rotWithShape="1">
          <a:blip r:embed="rId3">
            <a:alphaModFix/>
          </a:blip>
          <a:srcRect b="0" l="0" r="0" t="0"/>
          <a:stretch/>
        </p:blipFill>
        <p:spPr>
          <a:xfrm>
            <a:off x="0" y="2698421"/>
            <a:ext cx="9143998" cy="2204657"/>
          </a:xfrm>
          <a:prstGeom prst="rect">
            <a:avLst/>
          </a:prstGeom>
          <a:noFill/>
          <a:ln>
            <a:noFill/>
          </a:ln>
        </p:spPr>
      </p:pic>
      <p:sp>
        <p:nvSpPr>
          <p:cNvPr id="215" name="Google Shape;215;g13cf7982f75_0_563"/>
          <p:cNvSpPr txBox="1"/>
          <p:nvPr/>
        </p:nvSpPr>
        <p:spPr>
          <a:xfrm>
            <a:off x="391475" y="1229875"/>
            <a:ext cx="4432200" cy="143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en-GB" sz="1200" u="none" cap="none" strike="noStrike">
                <a:solidFill>
                  <a:schemeClr val="dk2"/>
                </a:solidFill>
                <a:latin typeface="Roboto"/>
                <a:ea typeface="Roboto"/>
                <a:cs typeface="Roboto"/>
                <a:sym typeface="Roboto"/>
              </a:rPr>
              <a:t>Data</a:t>
            </a:r>
            <a:endParaRPr b="1" i="0" sz="12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chemeClr val="dk2"/>
              </a:solidFill>
              <a:latin typeface="Roboto"/>
              <a:ea typeface="Roboto"/>
              <a:cs typeface="Roboto"/>
              <a:sym typeface="Roboto"/>
            </a:endParaRPr>
          </a:p>
          <a:p>
            <a:pPr indent="-304800" lvl="0" marL="457200" marR="0" rtl="0" algn="l">
              <a:lnSpc>
                <a:spcPct val="115000"/>
              </a:lnSpc>
              <a:spcBef>
                <a:spcPts val="0"/>
              </a:spcBef>
              <a:spcAft>
                <a:spcPts val="0"/>
              </a:spcAft>
              <a:buClr>
                <a:schemeClr val="dk2"/>
              </a:buClr>
              <a:buSzPts val="1200"/>
              <a:buFont typeface="Roboto"/>
              <a:buChar char="●"/>
            </a:pPr>
            <a:r>
              <a:rPr b="0" i="0" lang="en-GB" sz="1200" u="none" cap="none" strike="noStrike">
                <a:solidFill>
                  <a:schemeClr val="dk2"/>
                </a:solidFill>
                <a:latin typeface="Roboto"/>
                <a:ea typeface="Roboto"/>
                <a:cs typeface="Roboto"/>
                <a:sym typeface="Roboto"/>
              </a:rPr>
              <a:t>By doing numerous research in collecting information of different diseases and their cost. </a:t>
            </a:r>
            <a:endParaRPr b="0" i="0" sz="1200" u="none" cap="none" strike="noStrike">
              <a:solidFill>
                <a:schemeClr val="dk2"/>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200"/>
              <a:buFont typeface="Arial"/>
              <a:buNone/>
            </a:pPr>
            <a:r>
              <a:rPr b="0" i="0" lang="en-GB" sz="1200" u="none" cap="none" strike="noStrike">
                <a:solidFill>
                  <a:schemeClr val="dk2"/>
                </a:solidFill>
                <a:latin typeface="Roboto"/>
                <a:ea typeface="Roboto"/>
                <a:cs typeface="Roboto"/>
                <a:sym typeface="Roboto"/>
              </a:rPr>
              <a:t>We were able to put data together of what the cost is composed</a:t>
            </a:r>
            <a:endParaRPr b="0" i="0" sz="1400" u="none" cap="none" strike="noStrike">
              <a:solidFill>
                <a:srgbClr val="000000"/>
              </a:solidFill>
              <a:latin typeface="Roboto"/>
              <a:ea typeface="Roboto"/>
              <a:cs typeface="Roboto"/>
              <a:sym typeface="Roboto"/>
            </a:endParaRPr>
          </a:p>
        </p:txBody>
      </p:sp>
      <p:pic>
        <p:nvPicPr>
          <p:cNvPr id="216" name="Google Shape;216;g13cf7982f75_0_563"/>
          <p:cNvPicPr preferRelativeResize="0"/>
          <p:nvPr/>
        </p:nvPicPr>
        <p:blipFill rotWithShape="1">
          <a:blip r:embed="rId4">
            <a:alphaModFix/>
          </a:blip>
          <a:srcRect b="0" l="0" r="0" t="0"/>
          <a:stretch/>
        </p:blipFill>
        <p:spPr>
          <a:xfrm>
            <a:off x="6937277" y="-2"/>
            <a:ext cx="2206721" cy="1431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13c301b2b87_0_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ANALYTICS ALGORITHMS</a:t>
            </a:r>
            <a:endParaRPr/>
          </a:p>
        </p:txBody>
      </p:sp>
      <p:sp>
        <p:nvSpPr>
          <p:cNvPr id="222" name="Google Shape;222;g13c301b2b87_0_0"/>
          <p:cNvSpPr txBox="1"/>
          <p:nvPr>
            <p:ph idx="1" type="body"/>
          </p:nvPr>
        </p:nvSpPr>
        <p:spPr>
          <a:xfrm>
            <a:off x="473450" y="1132850"/>
            <a:ext cx="3999900" cy="33390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t/>
            </a:r>
            <a:endParaRPr/>
          </a:p>
          <a:p>
            <a:pPr indent="0" lvl="0" marL="0" rtl="0" algn="l">
              <a:lnSpc>
                <a:spcPct val="115000"/>
              </a:lnSpc>
              <a:spcBef>
                <a:spcPts val="0"/>
              </a:spcBef>
              <a:spcAft>
                <a:spcPts val="0"/>
              </a:spcAft>
              <a:buSzPct val="108108"/>
              <a:buNone/>
            </a:pPr>
            <a:r>
              <a:t/>
            </a:r>
            <a:endParaRPr>
              <a:solidFill>
                <a:srgbClr val="000000"/>
              </a:solidFill>
            </a:endParaRPr>
          </a:p>
          <a:p>
            <a:pPr indent="0" lvl="0" marL="0" rtl="0" algn="l">
              <a:lnSpc>
                <a:spcPct val="115000"/>
              </a:lnSpc>
              <a:spcBef>
                <a:spcPts val="0"/>
              </a:spcBef>
              <a:spcAft>
                <a:spcPts val="0"/>
              </a:spcAft>
              <a:buSzPct val="108108"/>
              <a:buNone/>
            </a:pPr>
            <a:r>
              <a:t/>
            </a:r>
            <a:endParaRPr>
              <a:solidFill>
                <a:srgbClr val="000000"/>
              </a:solidFill>
            </a:endParaRPr>
          </a:p>
          <a:p>
            <a:pPr indent="0" lvl="0" marL="0" rtl="0" algn="l">
              <a:lnSpc>
                <a:spcPct val="115000"/>
              </a:lnSpc>
              <a:spcBef>
                <a:spcPts val="0"/>
              </a:spcBef>
              <a:spcAft>
                <a:spcPts val="0"/>
              </a:spcAft>
              <a:buSzPct val="108108"/>
              <a:buNone/>
            </a:pPr>
            <a:r>
              <a:t/>
            </a:r>
            <a:endParaRPr>
              <a:solidFill>
                <a:srgbClr val="000000"/>
              </a:solidFill>
            </a:endParaRPr>
          </a:p>
          <a:p>
            <a:pPr indent="0" lvl="0" marL="0" rtl="0" algn="l">
              <a:lnSpc>
                <a:spcPct val="115000"/>
              </a:lnSpc>
              <a:spcBef>
                <a:spcPts val="0"/>
              </a:spcBef>
              <a:spcAft>
                <a:spcPts val="0"/>
              </a:spcAft>
              <a:buSzPct val="108108"/>
              <a:buNone/>
            </a:pPr>
            <a:r>
              <a:t/>
            </a:r>
            <a:endParaRPr>
              <a:solidFill>
                <a:srgbClr val="000000"/>
              </a:solidFill>
            </a:endParaRPr>
          </a:p>
          <a:p>
            <a:pPr indent="0" lvl="0" marL="0" rtl="0" algn="l">
              <a:lnSpc>
                <a:spcPct val="115000"/>
              </a:lnSpc>
              <a:spcBef>
                <a:spcPts val="0"/>
              </a:spcBef>
              <a:spcAft>
                <a:spcPts val="0"/>
              </a:spcAft>
              <a:buSzPct val="108108"/>
              <a:buNone/>
            </a:pPr>
            <a:r>
              <a:t/>
            </a:r>
            <a:endParaRPr>
              <a:solidFill>
                <a:srgbClr val="000000"/>
              </a:solidFill>
            </a:endParaRPr>
          </a:p>
          <a:p>
            <a:pPr indent="0" lvl="0" marL="0" rtl="0" algn="l">
              <a:lnSpc>
                <a:spcPct val="115000"/>
              </a:lnSpc>
              <a:spcBef>
                <a:spcPts val="0"/>
              </a:spcBef>
              <a:spcAft>
                <a:spcPts val="0"/>
              </a:spcAft>
              <a:buSzPct val="108108"/>
              <a:buNone/>
            </a:pPr>
            <a:r>
              <a:rPr lang="en-GB">
                <a:solidFill>
                  <a:srgbClr val="000000"/>
                </a:solidFill>
              </a:rPr>
              <a:t>Unsupervised Learning</a:t>
            </a:r>
            <a:endParaRPr>
              <a:solidFill>
                <a:srgbClr val="000000"/>
              </a:solidFill>
            </a:endParaRPr>
          </a:p>
          <a:p>
            <a:pPr indent="-310832" lvl="0" marL="457200" rtl="0" algn="l">
              <a:lnSpc>
                <a:spcPct val="115000"/>
              </a:lnSpc>
              <a:spcBef>
                <a:spcPts val="0"/>
              </a:spcBef>
              <a:spcAft>
                <a:spcPts val="0"/>
              </a:spcAft>
              <a:buClr>
                <a:srgbClr val="000000"/>
              </a:buClr>
              <a:buSzPct val="100000"/>
              <a:buChar char="●"/>
            </a:pPr>
            <a:r>
              <a:rPr lang="en-GB">
                <a:solidFill>
                  <a:srgbClr val="000000"/>
                </a:solidFill>
              </a:rPr>
              <a:t>Unlabeled Data</a:t>
            </a:r>
            <a:endParaRPr>
              <a:solidFill>
                <a:srgbClr val="000000"/>
              </a:solidFill>
            </a:endParaRPr>
          </a:p>
          <a:p>
            <a:pPr indent="-310832" lvl="0" marL="457200" rtl="0" algn="l">
              <a:lnSpc>
                <a:spcPct val="115000"/>
              </a:lnSpc>
              <a:spcBef>
                <a:spcPts val="0"/>
              </a:spcBef>
              <a:spcAft>
                <a:spcPts val="0"/>
              </a:spcAft>
              <a:buClr>
                <a:srgbClr val="000000"/>
              </a:buClr>
              <a:buSzPct val="100000"/>
              <a:buChar char="●"/>
            </a:pPr>
            <a:r>
              <a:rPr lang="en-GB">
                <a:solidFill>
                  <a:srgbClr val="000000"/>
                </a:solidFill>
              </a:rPr>
              <a:t>Create New Centroid Cluster</a:t>
            </a:r>
            <a:endParaRPr>
              <a:solidFill>
                <a:srgbClr val="000000"/>
              </a:solidFill>
            </a:endParaRPr>
          </a:p>
          <a:p>
            <a:pPr indent="-310832" lvl="0" marL="457200" rtl="0" algn="l">
              <a:lnSpc>
                <a:spcPct val="115000"/>
              </a:lnSpc>
              <a:spcBef>
                <a:spcPts val="0"/>
              </a:spcBef>
              <a:spcAft>
                <a:spcPts val="0"/>
              </a:spcAft>
              <a:buClr>
                <a:srgbClr val="000000"/>
              </a:buClr>
              <a:buSzPct val="100000"/>
              <a:buChar char="●"/>
            </a:pPr>
            <a:r>
              <a:rPr lang="en-GB">
                <a:solidFill>
                  <a:srgbClr val="000000"/>
                </a:solidFill>
              </a:rPr>
              <a:t>Centroid based on Euclidean distance</a:t>
            </a:r>
            <a:endParaRPr>
              <a:solidFill>
                <a:srgbClr val="000000"/>
              </a:solidFill>
            </a:endParaRPr>
          </a:p>
          <a:p>
            <a:pPr indent="-310832" lvl="0" marL="457200" rtl="0" algn="l">
              <a:lnSpc>
                <a:spcPct val="115000"/>
              </a:lnSpc>
              <a:spcBef>
                <a:spcPts val="0"/>
              </a:spcBef>
              <a:spcAft>
                <a:spcPts val="0"/>
              </a:spcAft>
              <a:buClr>
                <a:srgbClr val="000000"/>
              </a:buClr>
              <a:buSzPct val="100000"/>
              <a:buChar char="●"/>
            </a:pPr>
            <a:r>
              <a:rPr lang="en-GB">
                <a:solidFill>
                  <a:srgbClr val="000000"/>
                </a:solidFill>
              </a:rPr>
              <a:t>Centroids to Label new Data</a:t>
            </a:r>
            <a:endParaRPr>
              <a:solidFill>
                <a:srgbClr val="000000"/>
              </a:solidFill>
            </a:endParaRPr>
          </a:p>
          <a:p>
            <a:pPr indent="-310832" lvl="0" marL="457200" rtl="0" algn="l">
              <a:lnSpc>
                <a:spcPct val="115000"/>
              </a:lnSpc>
              <a:spcBef>
                <a:spcPts val="0"/>
              </a:spcBef>
              <a:spcAft>
                <a:spcPts val="0"/>
              </a:spcAft>
              <a:buClr>
                <a:srgbClr val="000000"/>
              </a:buClr>
              <a:buSzPct val="100000"/>
              <a:buChar char="●"/>
            </a:pPr>
            <a:r>
              <a:rPr lang="en-GB">
                <a:solidFill>
                  <a:srgbClr val="000000"/>
                </a:solidFill>
              </a:rPr>
              <a:t>Collection of Feature Values</a:t>
            </a:r>
            <a:endParaRPr>
              <a:solidFill>
                <a:srgbClr val="000000"/>
              </a:solidFill>
            </a:endParaRPr>
          </a:p>
          <a:p>
            <a:pPr indent="-310832" lvl="0" marL="457200" rtl="0" algn="l">
              <a:lnSpc>
                <a:spcPct val="115000"/>
              </a:lnSpc>
              <a:spcBef>
                <a:spcPts val="0"/>
              </a:spcBef>
              <a:spcAft>
                <a:spcPts val="0"/>
              </a:spcAft>
              <a:buClr>
                <a:srgbClr val="000000"/>
              </a:buClr>
              <a:buSzPct val="100000"/>
              <a:buChar char="●"/>
            </a:pPr>
            <a:r>
              <a:rPr lang="en-GB">
                <a:solidFill>
                  <a:srgbClr val="000000"/>
                </a:solidFill>
              </a:rPr>
              <a:t>Partition dataset into distinct non-overlapping clusters such that every data point belongs to only one specific group (Dabbura, 2020)</a:t>
            </a:r>
            <a:endParaRPr>
              <a:solidFill>
                <a:srgbClr val="000000"/>
              </a:solidFill>
            </a:endParaRPr>
          </a:p>
          <a:p>
            <a:pPr indent="0" lvl="0" marL="0" rtl="0" algn="l">
              <a:lnSpc>
                <a:spcPct val="115000"/>
              </a:lnSpc>
              <a:spcBef>
                <a:spcPts val="0"/>
              </a:spcBef>
              <a:spcAft>
                <a:spcPts val="0"/>
              </a:spcAft>
              <a:buSzPct val="108108"/>
              <a:buNone/>
            </a:pPr>
            <a:r>
              <a:t/>
            </a:r>
            <a:endParaRPr/>
          </a:p>
        </p:txBody>
      </p:sp>
      <p:pic>
        <p:nvPicPr>
          <p:cNvPr id="223" name="Google Shape;223;g13c301b2b87_0_0"/>
          <p:cNvPicPr preferRelativeResize="0"/>
          <p:nvPr/>
        </p:nvPicPr>
        <p:blipFill rotWithShape="1">
          <a:blip r:embed="rId3">
            <a:alphaModFix/>
          </a:blip>
          <a:srcRect b="0" l="0" r="0" t="0"/>
          <a:stretch/>
        </p:blipFill>
        <p:spPr>
          <a:xfrm>
            <a:off x="1730825" y="1044525"/>
            <a:ext cx="1219200" cy="864075"/>
          </a:xfrm>
          <a:prstGeom prst="rect">
            <a:avLst/>
          </a:prstGeom>
          <a:noFill/>
          <a:ln>
            <a:noFill/>
          </a:ln>
        </p:spPr>
      </p:pic>
      <p:sp>
        <p:nvSpPr>
          <p:cNvPr id="224" name="Google Shape;224;g13c301b2b87_0_0"/>
          <p:cNvSpPr txBox="1"/>
          <p:nvPr>
            <p:ph idx="2" type="body"/>
          </p:nvPr>
        </p:nvSpPr>
        <p:spPr>
          <a:xfrm>
            <a:off x="4832400" y="1229975"/>
            <a:ext cx="3529800" cy="3339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400"/>
              <a:buNone/>
            </a:pPr>
            <a:r>
              <a:rPr lang="en-GB"/>
              <a:t>Linear Regression  </a:t>
            </a:r>
            <a:endParaRPr/>
          </a:p>
          <a:p>
            <a:pPr indent="0" lvl="0" marL="0" rtl="0" algn="l">
              <a:lnSpc>
                <a:spcPct val="115000"/>
              </a:lnSpc>
              <a:spcBef>
                <a:spcPts val="0"/>
              </a:spcBef>
              <a:spcAft>
                <a:spcPts val="0"/>
              </a:spcAft>
              <a:buSzPts val="1400"/>
              <a:buNone/>
            </a:pPr>
            <a:r>
              <a:t/>
            </a:r>
            <a:endParaRPr>
              <a:latin typeface="Arial"/>
              <a:ea typeface="Arial"/>
              <a:cs typeface="Arial"/>
              <a:sym typeface="Arial"/>
            </a:endParaRPr>
          </a:p>
          <a:p>
            <a:pPr indent="0" lvl="0" marL="0" rtl="0" algn="l">
              <a:lnSpc>
                <a:spcPct val="115000"/>
              </a:lnSpc>
              <a:spcBef>
                <a:spcPts val="0"/>
              </a:spcBef>
              <a:spcAft>
                <a:spcPts val="0"/>
              </a:spcAft>
              <a:buSzPts val="1400"/>
              <a:buNone/>
            </a:pPr>
            <a:r>
              <a:t/>
            </a:r>
            <a:endParaRPr>
              <a:latin typeface="Arial"/>
              <a:ea typeface="Arial"/>
              <a:cs typeface="Arial"/>
              <a:sym typeface="Arial"/>
            </a:endParaRPr>
          </a:p>
          <a:p>
            <a:pPr indent="0" lvl="0" marL="0" rtl="0" algn="l">
              <a:lnSpc>
                <a:spcPct val="115000"/>
              </a:lnSpc>
              <a:spcBef>
                <a:spcPts val="0"/>
              </a:spcBef>
              <a:spcAft>
                <a:spcPts val="0"/>
              </a:spcAft>
              <a:buSzPts val="1400"/>
              <a:buNone/>
            </a:pPr>
            <a:r>
              <a:t/>
            </a:r>
            <a:endParaRPr>
              <a:latin typeface="Arial"/>
              <a:ea typeface="Arial"/>
              <a:cs typeface="Arial"/>
              <a:sym typeface="Arial"/>
            </a:endParaRPr>
          </a:p>
          <a:p>
            <a:pPr indent="0" lvl="0" marL="0" rtl="0" algn="l">
              <a:lnSpc>
                <a:spcPct val="115000"/>
              </a:lnSpc>
              <a:spcBef>
                <a:spcPts val="0"/>
              </a:spcBef>
              <a:spcAft>
                <a:spcPts val="0"/>
              </a:spcAft>
              <a:buSzPts val="1400"/>
              <a:buNone/>
            </a:pPr>
            <a:r>
              <a:t/>
            </a:r>
            <a:endParaRPr>
              <a:latin typeface="Arial"/>
              <a:ea typeface="Arial"/>
              <a:cs typeface="Arial"/>
              <a:sym typeface="Arial"/>
            </a:endParaRPr>
          </a:p>
          <a:p>
            <a:pPr indent="0" lvl="0" marL="0" rtl="0" algn="l">
              <a:lnSpc>
                <a:spcPct val="115000"/>
              </a:lnSpc>
              <a:spcBef>
                <a:spcPts val="0"/>
              </a:spcBef>
              <a:spcAft>
                <a:spcPts val="0"/>
              </a:spcAft>
              <a:buSzPts val="1400"/>
              <a:buNone/>
            </a:pPr>
            <a:r>
              <a:rPr lang="en-GB">
                <a:solidFill>
                  <a:srgbClr val="202124"/>
                </a:solidFill>
                <a:highlight>
                  <a:srgbClr val="FFFFFF"/>
                </a:highlight>
              </a:rPr>
              <a:t>supervised Machine Learning</a:t>
            </a:r>
            <a:endParaRPr>
              <a:solidFill>
                <a:srgbClr val="202124"/>
              </a:solidFill>
              <a:highlight>
                <a:srgbClr val="FFFFFF"/>
              </a:highlight>
            </a:endParaRPr>
          </a:p>
          <a:p>
            <a:pPr indent="-317500" lvl="0" marL="457200" rtl="0" algn="l">
              <a:lnSpc>
                <a:spcPct val="115000"/>
              </a:lnSpc>
              <a:spcBef>
                <a:spcPts val="0"/>
              </a:spcBef>
              <a:spcAft>
                <a:spcPts val="0"/>
              </a:spcAft>
              <a:buClr>
                <a:srgbClr val="202124"/>
              </a:buClr>
              <a:buSzPts val="1400"/>
              <a:buChar char="●"/>
            </a:pPr>
            <a:r>
              <a:rPr lang="en-GB">
                <a:solidFill>
                  <a:srgbClr val="202124"/>
                </a:solidFill>
                <a:highlight>
                  <a:srgbClr val="FFFFFF"/>
                </a:highlight>
              </a:rPr>
              <a:t>Model the relationship between two continuous variables</a:t>
            </a:r>
            <a:endParaRPr>
              <a:solidFill>
                <a:srgbClr val="202124"/>
              </a:solidFill>
              <a:highlight>
                <a:srgbClr val="FFFFFF"/>
              </a:highlight>
            </a:endParaRPr>
          </a:p>
          <a:p>
            <a:pPr indent="-317500" lvl="0" marL="457200" rtl="0" algn="l">
              <a:lnSpc>
                <a:spcPct val="115000"/>
              </a:lnSpc>
              <a:spcBef>
                <a:spcPts val="0"/>
              </a:spcBef>
              <a:spcAft>
                <a:spcPts val="0"/>
              </a:spcAft>
              <a:buClr>
                <a:srgbClr val="202124"/>
              </a:buClr>
              <a:buSzPts val="1400"/>
              <a:buChar char="●"/>
            </a:pPr>
            <a:r>
              <a:rPr lang="en-GB">
                <a:solidFill>
                  <a:srgbClr val="202124"/>
                </a:solidFill>
                <a:highlight>
                  <a:srgbClr val="FFFFFF"/>
                </a:highlight>
              </a:rPr>
              <a:t>Display correlation coefficients for different variables</a:t>
            </a:r>
            <a:endParaRPr>
              <a:solidFill>
                <a:srgbClr val="202124"/>
              </a:solidFill>
              <a:highlight>
                <a:srgbClr val="FFFFFF"/>
              </a:highlight>
            </a:endParaRPr>
          </a:p>
          <a:p>
            <a:pPr indent="-317500" lvl="0" marL="457200" rtl="0" algn="l">
              <a:lnSpc>
                <a:spcPct val="115000"/>
              </a:lnSpc>
              <a:spcBef>
                <a:spcPts val="0"/>
              </a:spcBef>
              <a:spcAft>
                <a:spcPts val="0"/>
              </a:spcAft>
              <a:buClr>
                <a:srgbClr val="202124"/>
              </a:buClr>
              <a:buSzPts val="1400"/>
              <a:buChar char="●"/>
            </a:pPr>
            <a:r>
              <a:rPr lang="en-GB">
                <a:solidFill>
                  <a:srgbClr val="202124"/>
                </a:solidFill>
                <a:highlight>
                  <a:srgbClr val="FFFFFF"/>
                </a:highlight>
              </a:rPr>
              <a:t>the objective is to predict the value of an output variable  based on the value of an input (or predictor) variable. </a:t>
            </a:r>
            <a:endParaRPr>
              <a:solidFill>
                <a:srgbClr val="202124"/>
              </a:solidFill>
              <a:highlight>
                <a:srgbClr val="FFFFFF"/>
              </a:highlight>
            </a:endParaRPr>
          </a:p>
        </p:txBody>
      </p:sp>
      <p:sp>
        <p:nvSpPr>
          <p:cNvPr id="225" name="Google Shape;225;g13c301b2b87_0_0"/>
          <p:cNvSpPr txBox="1"/>
          <p:nvPr/>
        </p:nvSpPr>
        <p:spPr>
          <a:xfrm>
            <a:off x="695525" y="1044525"/>
            <a:ext cx="1035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K-Means Clustering</a:t>
            </a:r>
            <a:endParaRPr b="0" i="0" sz="1400" u="none" cap="none" strike="noStrike">
              <a:solidFill>
                <a:srgbClr val="000000"/>
              </a:solidFill>
              <a:latin typeface="Roboto"/>
              <a:ea typeface="Roboto"/>
              <a:cs typeface="Roboto"/>
              <a:sym typeface="Roboto"/>
            </a:endParaRPr>
          </a:p>
        </p:txBody>
      </p:sp>
      <p:pic>
        <p:nvPicPr>
          <p:cNvPr id="226" name="Google Shape;226;g13c301b2b87_0_0"/>
          <p:cNvPicPr preferRelativeResize="0"/>
          <p:nvPr/>
        </p:nvPicPr>
        <p:blipFill rotWithShape="1">
          <a:blip r:embed="rId4">
            <a:alphaModFix/>
          </a:blip>
          <a:srcRect b="0" l="0" r="0" t="0"/>
          <a:stretch/>
        </p:blipFill>
        <p:spPr>
          <a:xfrm>
            <a:off x="6469825" y="1351200"/>
            <a:ext cx="1455700" cy="783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13c301b2b87_0_79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MODEL VALIDATION</a:t>
            </a:r>
            <a:endParaRPr/>
          </a:p>
        </p:txBody>
      </p:sp>
      <p:sp>
        <p:nvSpPr>
          <p:cNvPr id="232" name="Google Shape;232;g13c301b2b87_0_798"/>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SzPts val="1500"/>
              <a:buChar char="●"/>
            </a:pPr>
            <a:r>
              <a:rPr lang="en-GB" sz="1500"/>
              <a:t>K-Means</a:t>
            </a:r>
            <a:endParaRPr sz="1500"/>
          </a:p>
          <a:p>
            <a:pPr indent="-323850" lvl="1" marL="914400" rtl="0" algn="l">
              <a:lnSpc>
                <a:spcPct val="115000"/>
              </a:lnSpc>
              <a:spcBef>
                <a:spcPts val="0"/>
              </a:spcBef>
              <a:spcAft>
                <a:spcPts val="0"/>
              </a:spcAft>
              <a:buSzPts val="1500"/>
              <a:buChar char="○"/>
            </a:pPr>
            <a:r>
              <a:rPr lang="en-GB" sz="1500"/>
              <a:t>Silhouette coefficient</a:t>
            </a:r>
            <a:endParaRPr sz="1500"/>
          </a:p>
          <a:p>
            <a:pPr indent="-323850" lvl="2" marL="1371600" rtl="0" algn="l">
              <a:lnSpc>
                <a:spcPct val="115000"/>
              </a:lnSpc>
              <a:spcBef>
                <a:spcPts val="0"/>
              </a:spcBef>
              <a:spcAft>
                <a:spcPts val="0"/>
              </a:spcAft>
              <a:buSzPts val="1500"/>
              <a:buChar char="■"/>
            </a:pPr>
            <a:r>
              <a:rPr lang="en-GB" sz="1500"/>
              <a:t>calculate the goodness of a clustering technique</a:t>
            </a:r>
            <a:endParaRPr sz="1500"/>
          </a:p>
          <a:p>
            <a:pPr indent="-323850" lvl="1" marL="914400" rtl="0" algn="l">
              <a:lnSpc>
                <a:spcPct val="115000"/>
              </a:lnSpc>
              <a:spcBef>
                <a:spcPts val="0"/>
              </a:spcBef>
              <a:spcAft>
                <a:spcPts val="0"/>
              </a:spcAft>
              <a:buSzPts val="1500"/>
              <a:buChar char="○"/>
            </a:pPr>
            <a:r>
              <a:rPr lang="en-GB" sz="1500"/>
              <a:t>Our Silhouette coefficient : 0.41</a:t>
            </a:r>
            <a:endParaRPr sz="1500"/>
          </a:p>
          <a:p>
            <a:pPr indent="-323850" lvl="1" marL="914400" rtl="0" algn="l">
              <a:lnSpc>
                <a:spcPct val="115000"/>
              </a:lnSpc>
              <a:spcBef>
                <a:spcPts val="0"/>
              </a:spcBef>
              <a:spcAft>
                <a:spcPts val="0"/>
              </a:spcAft>
              <a:buSzPts val="1500"/>
              <a:buChar char="○"/>
            </a:pPr>
            <a:r>
              <a:rPr lang="en-GB" sz="1500"/>
              <a:t>Any score positive shows that cluster is well segregated (Bhardwaj 2021).</a:t>
            </a:r>
            <a:endParaRPr sz="1500"/>
          </a:p>
          <a:p>
            <a:pPr indent="-323850" lvl="1" marL="914400" rtl="0" algn="l">
              <a:lnSpc>
                <a:spcPct val="115000"/>
              </a:lnSpc>
              <a:spcBef>
                <a:spcPts val="0"/>
              </a:spcBef>
              <a:spcAft>
                <a:spcPts val="0"/>
              </a:spcAft>
              <a:buSzPts val="1500"/>
              <a:buChar char="○"/>
            </a:pPr>
            <a:r>
              <a:rPr lang="en-GB" sz="1500"/>
              <a:t>Disease with their charges clustered are in the correct groups</a:t>
            </a:r>
            <a:endParaRPr sz="1500"/>
          </a:p>
          <a:p>
            <a:pPr indent="0" lvl="0" marL="1371600" rtl="0" algn="l">
              <a:lnSpc>
                <a:spcPct val="115000"/>
              </a:lnSpc>
              <a:spcBef>
                <a:spcPts val="0"/>
              </a:spcBef>
              <a:spcAft>
                <a:spcPts val="0"/>
              </a:spcAft>
              <a:buSzPts val="1400"/>
              <a:buNone/>
            </a:pPr>
            <a:r>
              <a:t/>
            </a:r>
            <a:endParaRPr/>
          </a:p>
        </p:txBody>
      </p:sp>
      <p:sp>
        <p:nvSpPr>
          <p:cNvPr id="233" name="Google Shape;233;g13c301b2b87_0_798"/>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t/>
            </a:r>
            <a:endParaRPr/>
          </a:p>
          <a:p>
            <a:pPr indent="0" lvl="0" marL="457200" rtl="0" algn="l">
              <a:lnSpc>
                <a:spcPct val="115000"/>
              </a:lnSpc>
              <a:spcBef>
                <a:spcPts val="0"/>
              </a:spcBef>
              <a:spcAft>
                <a:spcPts val="0"/>
              </a:spcAft>
              <a:buSzPts val="1400"/>
              <a:buNone/>
            </a:pPr>
            <a:r>
              <a:t/>
            </a:r>
            <a:endParaRPr/>
          </a:p>
        </p:txBody>
      </p:sp>
      <p:pic>
        <p:nvPicPr>
          <p:cNvPr id="234" name="Google Shape;234;g13c301b2b87_0_798"/>
          <p:cNvPicPr preferRelativeResize="0"/>
          <p:nvPr/>
        </p:nvPicPr>
        <p:blipFill rotWithShape="1">
          <a:blip r:embed="rId3">
            <a:alphaModFix/>
          </a:blip>
          <a:srcRect b="0" l="0" r="0" t="0"/>
          <a:stretch/>
        </p:blipFill>
        <p:spPr>
          <a:xfrm>
            <a:off x="4572000" y="776375"/>
            <a:ext cx="3563775" cy="267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13c301b2b87_0_81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MODEL RESULTS</a:t>
            </a:r>
            <a:endParaRPr/>
          </a:p>
        </p:txBody>
      </p:sp>
      <p:sp>
        <p:nvSpPr>
          <p:cNvPr id="240" name="Google Shape;240;g13c301b2b87_0_810"/>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GB"/>
              <a:t>K-Means</a:t>
            </a:r>
            <a:endParaRPr/>
          </a:p>
          <a:p>
            <a:pPr indent="-304800" lvl="1" marL="914400" rtl="0" algn="l">
              <a:lnSpc>
                <a:spcPct val="115000"/>
              </a:lnSpc>
              <a:spcBef>
                <a:spcPts val="0"/>
              </a:spcBef>
              <a:spcAft>
                <a:spcPts val="0"/>
              </a:spcAft>
              <a:buSzPts val="1200"/>
              <a:buChar char="○"/>
            </a:pPr>
            <a:r>
              <a:rPr lang="en-GB"/>
              <a:t>Heart diseases clustered  into 3 groups with their charges</a:t>
            </a:r>
            <a:endParaRPr/>
          </a:p>
          <a:p>
            <a:pPr indent="-304800" lvl="1" marL="914400" rtl="0" algn="l">
              <a:lnSpc>
                <a:spcPct val="115000"/>
              </a:lnSpc>
              <a:spcBef>
                <a:spcPts val="0"/>
              </a:spcBef>
              <a:spcAft>
                <a:spcPts val="0"/>
              </a:spcAft>
              <a:buSzPts val="1200"/>
              <a:buChar char="○"/>
            </a:pPr>
            <a:r>
              <a:rPr lang="en-GB"/>
              <a:t>High number of patients in cluster 2 have short length of stay with less overall charges</a:t>
            </a:r>
            <a:endParaRPr/>
          </a:p>
          <a:p>
            <a:pPr indent="-304800" lvl="1" marL="914400" rtl="0" algn="l">
              <a:lnSpc>
                <a:spcPct val="115000"/>
              </a:lnSpc>
              <a:spcBef>
                <a:spcPts val="0"/>
              </a:spcBef>
              <a:spcAft>
                <a:spcPts val="0"/>
              </a:spcAft>
              <a:buSzPts val="1200"/>
              <a:buChar char="○"/>
            </a:pPr>
            <a:r>
              <a:rPr lang="en-GB"/>
              <a:t>Severe categories require more length of stay and more facility fee which lead to higher charges</a:t>
            </a:r>
            <a:endParaRPr/>
          </a:p>
          <a:p>
            <a:pPr indent="-228600" lvl="1" marL="914400" rtl="0" algn="l">
              <a:lnSpc>
                <a:spcPct val="115000"/>
              </a:lnSpc>
              <a:spcBef>
                <a:spcPts val="0"/>
              </a:spcBef>
              <a:spcAft>
                <a:spcPts val="0"/>
              </a:spcAft>
              <a:buSzPts val="1200"/>
              <a:buNone/>
            </a:pPr>
            <a:r>
              <a:t/>
            </a:r>
            <a:endParaRPr/>
          </a:p>
          <a:p>
            <a:pPr indent="0" lvl="0" marL="457200" rtl="0" algn="l">
              <a:lnSpc>
                <a:spcPct val="115000"/>
              </a:lnSpc>
              <a:spcBef>
                <a:spcPts val="0"/>
              </a:spcBef>
              <a:spcAft>
                <a:spcPts val="0"/>
              </a:spcAft>
              <a:buSzPts val="1400"/>
              <a:buNone/>
            </a:pPr>
            <a:r>
              <a:t/>
            </a:r>
            <a:endParaRPr/>
          </a:p>
          <a:p>
            <a:pPr indent="0" lvl="0" marL="457200" rtl="0" algn="l">
              <a:lnSpc>
                <a:spcPct val="115000"/>
              </a:lnSpc>
              <a:spcBef>
                <a:spcPts val="0"/>
              </a:spcBef>
              <a:spcAft>
                <a:spcPts val="0"/>
              </a:spcAft>
              <a:buSzPts val="1400"/>
              <a:buNone/>
            </a:pPr>
            <a:r>
              <a:t/>
            </a:r>
            <a:endParaRPr/>
          </a:p>
        </p:txBody>
      </p:sp>
      <p:sp>
        <p:nvSpPr>
          <p:cNvPr id="241" name="Google Shape;241;g13c301b2b87_0_810"/>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t/>
            </a:r>
            <a:endParaRPr/>
          </a:p>
        </p:txBody>
      </p:sp>
      <p:pic>
        <p:nvPicPr>
          <p:cNvPr id="242" name="Google Shape;242;g13c301b2b87_0_810"/>
          <p:cNvPicPr preferRelativeResize="0"/>
          <p:nvPr/>
        </p:nvPicPr>
        <p:blipFill rotWithShape="1">
          <a:blip r:embed="rId3">
            <a:alphaModFix/>
          </a:blip>
          <a:srcRect b="0" l="0" r="0" t="0"/>
          <a:stretch/>
        </p:blipFill>
        <p:spPr>
          <a:xfrm>
            <a:off x="4832400" y="1229975"/>
            <a:ext cx="3803400" cy="3117125"/>
          </a:xfrm>
          <a:prstGeom prst="rect">
            <a:avLst/>
          </a:prstGeom>
          <a:noFill/>
          <a:ln>
            <a:noFill/>
          </a:ln>
        </p:spPr>
      </p:pic>
      <p:pic>
        <p:nvPicPr>
          <p:cNvPr id="243" name="Google Shape;243;g13c301b2b87_0_810"/>
          <p:cNvPicPr preferRelativeResize="0"/>
          <p:nvPr/>
        </p:nvPicPr>
        <p:blipFill rotWithShape="1">
          <a:blip r:embed="rId4">
            <a:alphaModFix/>
          </a:blip>
          <a:srcRect b="0" l="0" r="0" t="0"/>
          <a:stretch/>
        </p:blipFill>
        <p:spPr>
          <a:xfrm>
            <a:off x="200925" y="3429000"/>
            <a:ext cx="3506424" cy="49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13cf7982f75_0_1829"/>
          <p:cNvSpPr txBox="1"/>
          <p:nvPr>
            <p:ph type="title"/>
          </p:nvPr>
        </p:nvSpPr>
        <p:spPr>
          <a:xfrm>
            <a:off x="321825" y="694100"/>
            <a:ext cx="2651400" cy="1781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GB"/>
              <a:t>Comparing the variables</a:t>
            </a:r>
            <a:endParaRPr/>
          </a:p>
          <a:p>
            <a:pPr indent="0" lvl="0" marL="0" rtl="0" algn="l">
              <a:lnSpc>
                <a:spcPct val="100000"/>
              </a:lnSpc>
              <a:spcBef>
                <a:spcPts val="0"/>
              </a:spcBef>
              <a:spcAft>
                <a:spcPts val="0"/>
              </a:spcAft>
              <a:buSzPts val="3000"/>
              <a:buNone/>
            </a:pPr>
            <a:r>
              <a:t/>
            </a:r>
            <a:endParaRPr/>
          </a:p>
          <a:p>
            <a:pPr indent="0" lvl="0" marL="0" rtl="0" algn="l">
              <a:lnSpc>
                <a:spcPct val="100000"/>
              </a:lnSpc>
              <a:spcBef>
                <a:spcPts val="0"/>
              </a:spcBef>
              <a:spcAft>
                <a:spcPts val="0"/>
              </a:spcAft>
              <a:buSzPts val="3000"/>
              <a:buNone/>
            </a:pPr>
            <a:r>
              <a:t/>
            </a:r>
            <a:endParaRPr/>
          </a:p>
        </p:txBody>
      </p:sp>
      <p:sp>
        <p:nvSpPr>
          <p:cNvPr id="249" name="Google Shape;249;g13cf7982f75_0_1829"/>
          <p:cNvSpPr txBox="1"/>
          <p:nvPr>
            <p:ph idx="1" type="body"/>
          </p:nvPr>
        </p:nvSpPr>
        <p:spPr>
          <a:xfrm>
            <a:off x="321825" y="2506879"/>
            <a:ext cx="2651400" cy="1801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GB"/>
              <a:t>Correlation matrix</a:t>
            </a:r>
            <a:endParaRPr/>
          </a:p>
          <a:p>
            <a:pPr indent="0" lvl="0" marL="0" rtl="0" algn="l">
              <a:lnSpc>
                <a:spcPct val="115000"/>
              </a:lnSpc>
              <a:spcBef>
                <a:spcPts val="1600"/>
              </a:spcBef>
              <a:spcAft>
                <a:spcPts val="0"/>
              </a:spcAft>
              <a:buSzPts val="1400"/>
              <a:buNone/>
            </a:pPr>
            <a:r>
              <a:t/>
            </a:r>
            <a:endParaRPr/>
          </a:p>
          <a:p>
            <a:pPr indent="-317500" lvl="0" marL="457200" rtl="0" algn="l">
              <a:lnSpc>
                <a:spcPct val="115000"/>
              </a:lnSpc>
              <a:spcBef>
                <a:spcPts val="1600"/>
              </a:spcBef>
              <a:spcAft>
                <a:spcPts val="1600"/>
              </a:spcAft>
              <a:buSzPts val="1400"/>
              <a:buChar char="●"/>
            </a:pPr>
            <a:r>
              <a:rPr lang="en-GB"/>
              <a:t>Relationship between the variables and cost of treatment</a:t>
            </a:r>
            <a:endParaRPr/>
          </a:p>
        </p:txBody>
      </p:sp>
      <p:cxnSp>
        <p:nvCxnSpPr>
          <p:cNvPr id="250" name="Google Shape;250;g13cf7982f75_0_1829"/>
          <p:cNvCxnSpPr/>
          <p:nvPr/>
        </p:nvCxnSpPr>
        <p:spPr>
          <a:xfrm>
            <a:off x="3389100" y="-2"/>
            <a:ext cx="300" cy="5143500"/>
          </a:xfrm>
          <a:prstGeom prst="straightConnector1">
            <a:avLst/>
          </a:prstGeom>
          <a:noFill/>
          <a:ln cap="flat" cmpd="sng" w="9525">
            <a:solidFill>
              <a:srgbClr val="D9D9D9"/>
            </a:solidFill>
            <a:prstDash val="solid"/>
            <a:round/>
            <a:headEnd len="sm" w="sm" type="none"/>
            <a:tailEnd len="sm" w="sm" type="none"/>
          </a:ln>
        </p:spPr>
      </p:cxnSp>
      <p:pic>
        <p:nvPicPr>
          <p:cNvPr id="251" name="Google Shape;251;g13cf7982f75_0_1829"/>
          <p:cNvPicPr preferRelativeResize="0"/>
          <p:nvPr/>
        </p:nvPicPr>
        <p:blipFill>
          <a:blip r:embed="rId3">
            <a:alphaModFix/>
          </a:blip>
          <a:stretch>
            <a:fillRect/>
          </a:stretch>
        </p:blipFill>
        <p:spPr>
          <a:xfrm>
            <a:off x="3389400" y="44400"/>
            <a:ext cx="5754600" cy="5099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13c301b2b87_0_837"/>
          <p:cNvSpPr txBox="1"/>
          <p:nvPr>
            <p:ph type="title"/>
          </p:nvPr>
        </p:nvSpPr>
        <p:spPr>
          <a:xfrm>
            <a:off x="311700" y="1153900"/>
            <a:ext cx="2655000" cy="858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38888"/>
              <a:buNone/>
            </a:pPr>
            <a:r>
              <a:rPr lang="en-GB"/>
              <a:t>MODEL RESULTS CONT’D</a:t>
            </a:r>
            <a:endParaRPr/>
          </a:p>
          <a:p>
            <a:pPr indent="0" lvl="0" marL="0" rtl="0" algn="l">
              <a:lnSpc>
                <a:spcPct val="100000"/>
              </a:lnSpc>
              <a:spcBef>
                <a:spcPts val="0"/>
              </a:spcBef>
              <a:spcAft>
                <a:spcPts val="0"/>
              </a:spcAft>
              <a:buSzPct val="138888"/>
              <a:buNone/>
            </a:pPr>
            <a:r>
              <a:t/>
            </a:r>
            <a:endParaRPr/>
          </a:p>
        </p:txBody>
      </p:sp>
      <p:sp>
        <p:nvSpPr>
          <p:cNvPr id="257" name="Google Shape;257;g13c301b2b87_0_837"/>
          <p:cNvSpPr txBox="1"/>
          <p:nvPr>
            <p:ph idx="1" type="body"/>
          </p:nvPr>
        </p:nvSpPr>
        <p:spPr>
          <a:xfrm>
            <a:off x="311700" y="2022050"/>
            <a:ext cx="2655000" cy="29283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en-GB" sz="1300"/>
              <a:t>Linear regression model output</a:t>
            </a:r>
            <a:endParaRPr b="1" sz="1300"/>
          </a:p>
          <a:p>
            <a:pPr indent="-311150" lvl="1" marL="914400" rtl="0" algn="l">
              <a:lnSpc>
                <a:spcPct val="115000"/>
              </a:lnSpc>
              <a:spcBef>
                <a:spcPts val="0"/>
              </a:spcBef>
              <a:spcAft>
                <a:spcPts val="0"/>
              </a:spcAft>
              <a:buSzPts val="1300"/>
              <a:buChar char="○"/>
            </a:pPr>
            <a:r>
              <a:rPr lang="en-GB" sz="1300"/>
              <a:t>Length of stay</a:t>
            </a:r>
            <a:endParaRPr sz="1300"/>
          </a:p>
          <a:p>
            <a:pPr indent="-311150" lvl="1" marL="914400" rtl="0" algn="l">
              <a:lnSpc>
                <a:spcPct val="115000"/>
              </a:lnSpc>
              <a:spcBef>
                <a:spcPts val="0"/>
              </a:spcBef>
              <a:spcAft>
                <a:spcPts val="0"/>
              </a:spcAft>
              <a:buSzPts val="1300"/>
              <a:buChar char="○"/>
            </a:pPr>
            <a:r>
              <a:rPr lang="en-GB" sz="1300"/>
              <a:t>Professional fee</a:t>
            </a:r>
            <a:endParaRPr sz="1300"/>
          </a:p>
          <a:p>
            <a:pPr indent="0" lvl="0" marL="0" rtl="0" algn="l">
              <a:lnSpc>
                <a:spcPct val="115000"/>
              </a:lnSpc>
              <a:spcBef>
                <a:spcPts val="1600"/>
              </a:spcBef>
              <a:spcAft>
                <a:spcPts val="1600"/>
              </a:spcAft>
              <a:buSzPts val="1000"/>
              <a:buNone/>
            </a:pPr>
            <a:r>
              <a:t/>
            </a:r>
            <a:endParaRPr/>
          </a:p>
        </p:txBody>
      </p:sp>
      <p:pic>
        <p:nvPicPr>
          <p:cNvPr id="258" name="Google Shape;258;g13c301b2b87_0_837"/>
          <p:cNvPicPr preferRelativeResize="0"/>
          <p:nvPr/>
        </p:nvPicPr>
        <p:blipFill rotWithShape="1">
          <a:blip r:embed="rId3">
            <a:alphaModFix/>
          </a:blip>
          <a:srcRect b="0" l="0" r="0" t="0"/>
          <a:stretch/>
        </p:blipFill>
        <p:spPr>
          <a:xfrm>
            <a:off x="2796325" y="152400"/>
            <a:ext cx="6195275" cy="499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g13cf7982f75_0_4771"/>
          <p:cNvPicPr preferRelativeResize="0"/>
          <p:nvPr/>
        </p:nvPicPr>
        <p:blipFill rotWithShape="1">
          <a:blip r:embed="rId3">
            <a:alphaModFix/>
          </a:blip>
          <a:srcRect b="9448" l="0" r="0" t="9441"/>
          <a:stretch/>
        </p:blipFill>
        <p:spPr>
          <a:xfrm>
            <a:off x="6162662" y="3286220"/>
            <a:ext cx="2436221" cy="1370107"/>
          </a:xfrm>
          <a:prstGeom prst="rect">
            <a:avLst/>
          </a:prstGeom>
          <a:noFill/>
          <a:ln>
            <a:noFill/>
          </a:ln>
        </p:spPr>
      </p:pic>
      <p:sp>
        <p:nvSpPr>
          <p:cNvPr id="264" name="Google Shape;264;g13cf7982f75_0_4771"/>
          <p:cNvSpPr txBox="1"/>
          <p:nvPr>
            <p:ph type="ctrTitle"/>
          </p:nvPr>
        </p:nvSpPr>
        <p:spPr>
          <a:xfrm>
            <a:off x="390450" y="361375"/>
            <a:ext cx="8363100" cy="1001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GB">
                <a:solidFill>
                  <a:schemeClr val="dk2"/>
                </a:solidFill>
              </a:rPr>
              <a:t>MODEL RESULTS CONT’D</a:t>
            </a:r>
            <a:endParaRPr>
              <a:solidFill>
                <a:schemeClr val="dk2"/>
              </a:solidFill>
            </a:endParaRPr>
          </a:p>
        </p:txBody>
      </p:sp>
      <p:pic>
        <p:nvPicPr>
          <p:cNvPr id="265" name="Google Shape;265;g13cf7982f75_0_4771"/>
          <p:cNvPicPr preferRelativeResize="0"/>
          <p:nvPr/>
        </p:nvPicPr>
        <p:blipFill rotWithShape="1">
          <a:blip r:embed="rId4">
            <a:alphaModFix/>
          </a:blip>
          <a:srcRect b="0" l="0" r="0" t="0"/>
          <a:stretch/>
        </p:blipFill>
        <p:spPr>
          <a:xfrm>
            <a:off x="6162650" y="503625"/>
            <a:ext cx="2981350" cy="2809025"/>
          </a:xfrm>
          <a:prstGeom prst="rect">
            <a:avLst/>
          </a:prstGeom>
          <a:noFill/>
          <a:ln>
            <a:noFill/>
          </a:ln>
        </p:spPr>
      </p:pic>
      <p:pic>
        <p:nvPicPr>
          <p:cNvPr id="266" name="Google Shape;266;g13cf7982f75_0_4771"/>
          <p:cNvPicPr preferRelativeResize="0"/>
          <p:nvPr/>
        </p:nvPicPr>
        <p:blipFill rotWithShape="1">
          <a:blip r:embed="rId5">
            <a:alphaModFix/>
          </a:blip>
          <a:srcRect b="0" l="0" r="0" t="0"/>
          <a:stretch/>
        </p:blipFill>
        <p:spPr>
          <a:xfrm>
            <a:off x="276225" y="3964575"/>
            <a:ext cx="5667375" cy="473000"/>
          </a:xfrm>
          <a:prstGeom prst="rect">
            <a:avLst/>
          </a:prstGeom>
          <a:noFill/>
          <a:ln>
            <a:noFill/>
          </a:ln>
        </p:spPr>
      </p:pic>
      <p:pic>
        <p:nvPicPr>
          <p:cNvPr id="267" name="Google Shape;267;g13cf7982f75_0_4771"/>
          <p:cNvPicPr preferRelativeResize="0"/>
          <p:nvPr/>
        </p:nvPicPr>
        <p:blipFill rotWithShape="1">
          <a:blip r:embed="rId6">
            <a:alphaModFix/>
          </a:blip>
          <a:srcRect b="0" l="0" r="0" t="0"/>
          <a:stretch/>
        </p:blipFill>
        <p:spPr>
          <a:xfrm>
            <a:off x="147589" y="914400"/>
            <a:ext cx="5962925" cy="3649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13cf7982f75_0_2678"/>
          <p:cNvSpPr txBox="1"/>
          <p:nvPr>
            <p:ph type="title"/>
          </p:nvPr>
        </p:nvSpPr>
        <p:spPr>
          <a:xfrm>
            <a:off x="311700" y="1153900"/>
            <a:ext cx="2452800" cy="8589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38888"/>
              <a:buNone/>
            </a:pPr>
            <a:r>
              <a:rPr lang="en-GB"/>
              <a:t>Staff salaries within the hospital</a:t>
            </a:r>
            <a:endParaRPr/>
          </a:p>
        </p:txBody>
      </p:sp>
      <p:sp>
        <p:nvSpPr>
          <p:cNvPr id="273" name="Google Shape;273;g13cf7982f75_0_2678"/>
          <p:cNvSpPr txBox="1"/>
          <p:nvPr>
            <p:ph idx="1" type="body"/>
          </p:nvPr>
        </p:nvSpPr>
        <p:spPr>
          <a:xfrm>
            <a:off x="311700" y="2022050"/>
            <a:ext cx="2655000" cy="2928300"/>
          </a:xfrm>
          <a:prstGeom prst="rect">
            <a:avLst/>
          </a:prstGeom>
          <a:noFill/>
          <a:ln>
            <a:noFill/>
          </a:ln>
        </p:spPr>
        <p:txBody>
          <a:bodyPr anchorCtr="0" anchor="t" bIns="91425" lIns="91425" spcFirstLastPara="1" rIns="91425" wrap="square" tIns="91425">
            <a:normAutofit/>
          </a:bodyPr>
          <a:lstStyle/>
          <a:p>
            <a:pPr indent="-292100" lvl="0" marL="457200" rtl="0" algn="l">
              <a:lnSpc>
                <a:spcPct val="115000"/>
              </a:lnSpc>
              <a:spcBef>
                <a:spcPts val="0"/>
              </a:spcBef>
              <a:spcAft>
                <a:spcPts val="0"/>
              </a:spcAft>
              <a:buSzPts val="1000"/>
              <a:buChar char="●"/>
            </a:pPr>
            <a:r>
              <a:rPr lang="en-GB"/>
              <a:t>List of salaries of people in the medical field</a:t>
            </a:r>
            <a:endParaRPr/>
          </a:p>
          <a:p>
            <a:pPr indent="-292100" lvl="0" marL="457200" rtl="0" algn="l">
              <a:lnSpc>
                <a:spcPct val="115000"/>
              </a:lnSpc>
              <a:spcBef>
                <a:spcPts val="0"/>
              </a:spcBef>
              <a:spcAft>
                <a:spcPts val="0"/>
              </a:spcAft>
              <a:buSzPts val="1000"/>
              <a:buChar char="●"/>
            </a:pPr>
            <a:r>
              <a:rPr lang="en-GB"/>
              <a:t>Heart surgery operating room</a:t>
            </a:r>
            <a:endParaRPr/>
          </a:p>
          <a:p>
            <a:pPr indent="-292100" lvl="1" marL="914400" rtl="0" algn="l">
              <a:lnSpc>
                <a:spcPct val="115000"/>
              </a:lnSpc>
              <a:spcBef>
                <a:spcPts val="0"/>
              </a:spcBef>
              <a:spcAft>
                <a:spcPts val="0"/>
              </a:spcAft>
              <a:buSzPts val="1000"/>
              <a:buChar char="○"/>
            </a:pPr>
            <a:r>
              <a:rPr lang="en-GB"/>
              <a:t>Cardiac surgeon</a:t>
            </a:r>
            <a:endParaRPr/>
          </a:p>
          <a:p>
            <a:pPr indent="-292100" lvl="1" marL="914400" rtl="0" algn="l">
              <a:lnSpc>
                <a:spcPct val="115000"/>
              </a:lnSpc>
              <a:spcBef>
                <a:spcPts val="0"/>
              </a:spcBef>
              <a:spcAft>
                <a:spcPts val="0"/>
              </a:spcAft>
              <a:buSzPts val="1000"/>
              <a:buChar char="○"/>
            </a:pPr>
            <a:r>
              <a:rPr lang="en-GB"/>
              <a:t>Anesthesiologist</a:t>
            </a:r>
            <a:endParaRPr/>
          </a:p>
          <a:p>
            <a:pPr indent="-292100" lvl="1" marL="914400" rtl="0" algn="l">
              <a:lnSpc>
                <a:spcPct val="115000"/>
              </a:lnSpc>
              <a:spcBef>
                <a:spcPts val="0"/>
              </a:spcBef>
              <a:spcAft>
                <a:spcPts val="0"/>
              </a:spcAft>
              <a:buSzPts val="1000"/>
              <a:buChar char="○"/>
            </a:pPr>
            <a:r>
              <a:rPr lang="en-GB"/>
              <a:t>Nurse Anesthetist</a:t>
            </a:r>
            <a:endParaRPr/>
          </a:p>
          <a:p>
            <a:pPr indent="-292100" lvl="1" marL="914400" rtl="0" algn="l">
              <a:lnSpc>
                <a:spcPct val="115000"/>
              </a:lnSpc>
              <a:spcBef>
                <a:spcPts val="0"/>
              </a:spcBef>
              <a:spcAft>
                <a:spcPts val="0"/>
              </a:spcAft>
              <a:buSzPts val="1000"/>
              <a:buChar char="○"/>
            </a:pPr>
            <a:r>
              <a:rPr lang="en-GB"/>
              <a:t>Cardiovascular perfusionist</a:t>
            </a:r>
            <a:endParaRPr/>
          </a:p>
          <a:p>
            <a:pPr indent="-292100" lvl="1" marL="914400" rtl="0" algn="l">
              <a:lnSpc>
                <a:spcPct val="115000"/>
              </a:lnSpc>
              <a:spcBef>
                <a:spcPts val="0"/>
              </a:spcBef>
              <a:spcAft>
                <a:spcPts val="0"/>
              </a:spcAft>
              <a:buSzPts val="1000"/>
              <a:buChar char="○"/>
            </a:pPr>
            <a:r>
              <a:rPr lang="en-GB"/>
              <a:t>Cardiology Technologist</a:t>
            </a:r>
            <a:endParaRPr/>
          </a:p>
          <a:p>
            <a:pPr indent="-292100" lvl="1" marL="914400" rtl="0" algn="l">
              <a:lnSpc>
                <a:spcPct val="115000"/>
              </a:lnSpc>
              <a:spcBef>
                <a:spcPts val="0"/>
              </a:spcBef>
              <a:spcAft>
                <a:spcPts val="0"/>
              </a:spcAft>
              <a:buSzPts val="1000"/>
              <a:buChar char="○"/>
            </a:pPr>
            <a:r>
              <a:rPr lang="en-GB"/>
              <a:t>Scrub nurse</a:t>
            </a:r>
            <a:endParaRPr/>
          </a:p>
          <a:p>
            <a:pPr indent="-292100" lvl="1" marL="914400" rtl="0" algn="l">
              <a:lnSpc>
                <a:spcPct val="115000"/>
              </a:lnSpc>
              <a:spcBef>
                <a:spcPts val="0"/>
              </a:spcBef>
              <a:spcAft>
                <a:spcPts val="0"/>
              </a:spcAft>
              <a:buSzPts val="1000"/>
              <a:buChar char="○"/>
            </a:pPr>
            <a:r>
              <a:rPr lang="en-GB"/>
              <a:t>Operating room technician</a:t>
            </a:r>
            <a:endParaRPr/>
          </a:p>
          <a:p>
            <a:pPr indent="-228600" lvl="1" marL="914400" rtl="0" algn="l">
              <a:lnSpc>
                <a:spcPct val="115000"/>
              </a:lnSpc>
              <a:spcBef>
                <a:spcPts val="0"/>
              </a:spcBef>
              <a:spcAft>
                <a:spcPts val="0"/>
              </a:spcAft>
              <a:buSzPts val="1000"/>
              <a:buNone/>
            </a:pPr>
            <a:r>
              <a:t/>
            </a:r>
            <a:endParaRPr/>
          </a:p>
        </p:txBody>
      </p:sp>
      <p:sp>
        <p:nvSpPr>
          <p:cNvPr id="274" name="Google Shape;274;g13cf7982f75_0_2678"/>
          <p:cNvSpPr/>
          <p:nvPr/>
        </p:nvSpPr>
        <p:spPr>
          <a:xfrm>
            <a:off x="6074738" y="4462550"/>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13cf7982f75_0_2678"/>
          <p:cNvSpPr/>
          <p:nvPr/>
        </p:nvSpPr>
        <p:spPr>
          <a:xfrm>
            <a:off x="6654900" y="3534525"/>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13cf7982f75_0_2678"/>
          <p:cNvSpPr/>
          <p:nvPr/>
        </p:nvSpPr>
        <p:spPr>
          <a:xfrm>
            <a:off x="6777700" y="2574000"/>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13cf7982f75_0_2678"/>
          <p:cNvSpPr/>
          <p:nvPr/>
        </p:nvSpPr>
        <p:spPr>
          <a:xfrm>
            <a:off x="6622325" y="3323050"/>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8" name="Google Shape;278;g13cf7982f75_0_2678"/>
          <p:cNvPicPr preferRelativeResize="0"/>
          <p:nvPr/>
        </p:nvPicPr>
        <p:blipFill rotWithShape="1">
          <a:blip r:embed="rId3">
            <a:alphaModFix/>
          </a:blip>
          <a:srcRect b="0" l="0" r="0" t="0"/>
          <a:stretch/>
        </p:blipFill>
        <p:spPr>
          <a:xfrm>
            <a:off x="2982686" y="-50800"/>
            <a:ext cx="6161314" cy="5194299"/>
          </a:xfrm>
          <a:prstGeom prst="rect">
            <a:avLst/>
          </a:prstGeom>
          <a:noFill/>
          <a:ln>
            <a:noFill/>
          </a:ln>
        </p:spPr>
      </p:pic>
      <p:sp>
        <p:nvSpPr>
          <p:cNvPr id="279" name="Google Shape;279;g13cf7982f75_0_2678"/>
          <p:cNvSpPr/>
          <p:nvPr/>
        </p:nvSpPr>
        <p:spPr>
          <a:xfrm>
            <a:off x="6838275" y="2582900"/>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13cf7982f75_0_2678"/>
          <p:cNvSpPr/>
          <p:nvPr/>
        </p:nvSpPr>
        <p:spPr>
          <a:xfrm>
            <a:off x="6709450" y="3534525"/>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13cf7982f75_0_2678"/>
          <p:cNvSpPr/>
          <p:nvPr/>
        </p:nvSpPr>
        <p:spPr>
          <a:xfrm>
            <a:off x="6438675" y="4063200"/>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13cf7982f75_0_2678"/>
          <p:cNvSpPr/>
          <p:nvPr/>
        </p:nvSpPr>
        <p:spPr>
          <a:xfrm>
            <a:off x="5830150" y="4579450"/>
            <a:ext cx="399600" cy="147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13cf7982f75_0_2678"/>
          <p:cNvSpPr/>
          <p:nvPr/>
        </p:nvSpPr>
        <p:spPr>
          <a:xfrm>
            <a:off x="7659750" y="888100"/>
            <a:ext cx="140700" cy="44400"/>
          </a:xfrm>
          <a:prstGeom prst="rightArrow">
            <a:avLst>
              <a:gd fmla="val 50000" name="adj1"/>
              <a:gd fmla="val 50000" name="adj2"/>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13cf7982f75_0_2678"/>
          <p:cNvSpPr/>
          <p:nvPr/>
        </p:nvSpPr>
        <p:spPr>
          <a:xfrm>
            <a:off x="7659750" y="1077500"/>
            <a:ext cx="140700" cy="44400"/>
          </a:xfrm>
          <a:prstGeom prst="rightArrow">
            <a:avLst>
              <a:gd fmla="val 50000" name="adj1"/>
              <a:gd fmla="val 50000" name="adj2"/>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13cf7982f75_0_2678"/>
          <p:cNvSpPr/>
          <p:nvPr/>
        </p:nvSpPr>
        <p:spPr>
          <a:xfrm>
            <a:off x="7659750" y="1266900"/>
            <a:ext cx="140700" cy="44400"/>
          </a:xfrm>
          <a:prstGeom prst="rightArrow">
            <a:avLst>
              <a:gd fmla="val 50000" name="adj1"/>
              <a:gd fmla="val 50000" name="adj2"/>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13cf7982f75_0_2678"/>
          <p:cNvSpPr/>
          <p:nvPr/>
        </p:nvSpPr>
        <p:spPr>
          <a:xfrm>
            <a:off x="7659750" y="1929975"/>
            <a:ext cx="140700" cy="44400"/>
          </a:xfrm>
          <a:prstGeom prst="rightArrow">
            <a:avLst>
              <a:gd fmla="val 50000" name="adj1"/>
              <a:gd fmla="val 50000" name="adj2"/>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13c301b2b87_0_81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BENEFIT DERIVED</a:t>
            </a:r>
            <a:endParaRPr/>
          </a:p>
        </p:txBody>
      </p:sp>
      <p:sp>
        <p:nvSpPr>
          <p:cNvPr id="292" name="Google Shape;292;g13c301b2b87_0_818"/>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Provide insight overtime to the state of Arizona, as it will show trends of which variables are statistically significant to the cost of treatment</a:t>
            </a:r>
            <a:endParaRPr/>
          </a:p>
          <a:p>
            <a:pPr indent="-342900" lvl="0" marL="457200" rtl="0" algn="l">
              <a:lnSpc>
                <a:spcPct val="115000"/>
              </a:lnSpc>
              <a:spcBef>
                <a:spcPts val="0"/>
              </a:spcBef>
              <a:spcAft>
                <a:spcPts val="0"/>
              </a:spcAft>
              <a:buSzPts val="1800"/>
              <a:buChar char="●"/>
            </a:pPr>
            <a:r>
              <a:rPr lang="en-GB"/>
              <a:t>Help Arizona with heart disease education  and early diagnosis to save lives</a:t>
            </a:r>
            <a:endParaRPr/>
          </a:p>
          <a:p>
            <a:pPr indent="-342900" lvl="0" marL="457200" rtl="0" algn="l">
              <a:lnSpc>
                <a:spcPct val="115000"/>
              </a:lnSpc>
              <a:spcBef>
                <a:spcPts val="0"/>
              </a:spcBef>
              <a:spcAft>
                <a:spcPts val="0"/>
              </a:spcAft>
              <a:buSzPts val="1800"/>
              <a:buChar char="●"/>
            </a:pPr>
            <a:r>
              <a:rPr lang="en-GB"/>
              <a:t>Help Allocate resources based on the severity of the diseases</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13dcbb3d985_0_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Cost Analysis</a:t>
            </a:r>
            <a:endParaRPr/>
          </a:p>
        </p:txBody>
      </p:sp>
      <p:sp>
        <p:nvSpPr>
          <p:cNvPr id="298" name="Google Shape;298;g13dcbb3d985_0_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13c301b2b87_0_82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RECOMMENDATIONS</a:t>
            </a:r>
            <a:endParaRPr/>
          </a:p>
        </p:txBody>
      </p:sp>
      <p:sp>
        <p:nvSpPr>
          <p:cNvPr id="304" name="Google Shape;304;g13c301b2b87_0_82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t>Use larger dataset for the future business model</a:t>
            </a:r>
            <a:endParaRPr/>
          </a:p>
          <a:p>
            <a:pPr indent="-342900" lvl="0" marL="457200" rtl="0" algn="l">
              <a:lnSpc>
                <a:spcPct val="115000"/>
              </a:lnSpc>
              <a:spcBef>
                <a:spcPts val="0"/>
              </a:spcBef>
              <a:spcAft>
                <a:spcPts val="0"/>
              </a:spcAft>
              <a:buSzPts val="1800"/>
              <a:buChar char="●"/>
            </a:pPr>
            <a:r>
              <a:rPr lang="en-GB"/>
              <a:t>Choose a dataset that has historical data for external validation</a:t>
            </a:r>
            <a:endParaRPr/>
          </a:p>
          <a:p>
            <a:pPr indent="-342900" lvl="0" marL="457200" rtl="0" algn="l">
              <a:lnSpc>
                <a:spcPct val="115000"/>
              </a:lnSpc>
              <a:spcBef>
                <a:spcPts val="0"/>
              </a:spcBef>
              <a:spcAft>
                <a:spcPts val="0"/>
              </a:spcAft>
              <a:buSzPts val="1800"/>
              <a:buChar char="●"/>
            </a:pPr>
            <a:r>
              <a:rPr lang="en-GB"/>
              <a:t>Explore  more into other methods to adjust variables as needed or create more models in order to visualize and get more insight and trend analysis</a:t>
            </a:r>
            <a:r>
              <a:rPr lang="en-GB">
                <a:solidFill>
                  <a:srgbClr val="FF0000"/>
                </a:solidFill>
              </a:rPr>
              <a:t>. </a:t>
            </a:r>
            <a:r>
              <a:rPr lang="en-GB"/>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References</a:t>
            </a:r>
            <a:endParaRPr/>
          </a:p>
        </p:txBody>
      </p:sp>
      <p:sp>
        <p:nvSpPr>
          <p:cNvPr id="310" name="Google Shape;310;p4"/>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FFFFFF"/>
                </a:solidFill>
                <a:latin typeface="Montserrat"/>
                <a:ea typeface="Montserrat"/>
                <a:cs typeface="Montserrat"/>
                <a:sym typeface="Montserrat"/>
              </a:rPr>
              <a:t>01</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Arial"/>
              <a:ea typeface="Arial"/>
              <a:cs typeface="Arial"/>
              <a:sym typeface="Arial"/>
            </a:endParaRPr>
          </a:p>
        </p:txBody>
      </p:sp>
      <p:sp>
        <p:nvSpPr>
          <p:cNvPr id="311" name="Google Shape;311;p4"/>
          <p:cNvSpPr txBox="1"/>
          <p:nvPr>
            <p:ph idx="4294967295" type="body"/>
          </p:nvPr>
        </p:nvSpPr>
        <p:spPr>
          <a:xfrm>
            <a:off x="452875" y="1116050"/>
            <a:ext cx="7454700" cy="2943600"/>
          </a:xfrm>
          <a:prstGeom prst="rect">
            <a:avLst/>
          </a:prstGeom>
          <a:noFill/>
          <a:ln>
            <a:noFill/>
          </a:ln>
        </p:spPr>
        <p:txBody>
          <a:bodyPr anchorCtr="0" anchor="t" bIns="91425" lIns="91425" spcFirstLastPara="1" rIns="91425" wrap="square" tIns="91425">
            <a:normAutofit fontScale="85000"/>
          </a:bodyPr>
          <a:lstStyle/>
          <a:p>
            <a:pPr indent="0" lvl="0" marL="457200" rtl="0" algn="l">
              <a:lnSpc>
                <a:spcPct val="200000"/>
              </a:lnSpc>
              <a:spcBef>
                <a:spcPts val="0"/>
              </a:spcBef>
              <a:spcAft>
                <a:spcPts val="0"/>
              </a:spcAft>
              <a:buSzPct val="176470"/>
              <a:buNone/>
            </a:pPr>
            <a:r>
              <a:rPr lang="en-GB" sz="1200">
                <a:solidFill>
                  <a:srgbClr val="000000"/>
                </a:solidFill>
                <a:latin typeface="Arial"/>
                <a:ea typeface="Arial"/>
                <a:cs typeface="Arial"/>
                <a:sym typeface="Arial"/>
              </a:rPr>
              <a:t>Dabbura, I. (2020, August 10). </a:t>
            </a:r>
            <a:r>
              <a:rPr i="1" lang="en-GB" sz="1200">
                <a:solidFill>
                  <a:srgbClr val="000000"/>
                </a:solidFill>
                <a:latin typeface="Arial"/>
                <a:ea typeface="Arial"/>
                <a:cs typeface="Arial"/>
                <a:sym typeface="Arial"/>
              </a:rPr>
              <a:t>K-means Clustering: Algorithm, Applications, Evaluation Methods, and Drawbacks</a:t>
            </a:r>
            <a:r>
              <a:rPr lang="en-GB" sz="1200">
                <a:solidFill>
                  <a:srgbClr val="000000"/>
                </a:solidFill>
                <a:latin typeface="Arial"/>
                <a:ea typeface="Arial"/>
                <a:cs typeface="Arial"/>
                <a:sym typeface="Arial"/>
              </a:rPr>
              <a:t>. Medium. </a:t>
            </a:r>
            <a:r>
              <a:rPr lang="en-GB" sz="1200" u="sng">
                <a:solidFill>
                  <a:srgbClr val="000000"/>
                </a:solidFill>
                <a:latin typeface="Arial"/>
                <a:ea typeface="Arial"/>
                <a:cs typeface="Arial"/>
                <a:sym typeface="Arial"/>
                <a:hlinkClick r:id="rId3">
                  <a:extLst>
                    <a:ext uri="{A12FA001-AC4F-418D-AE19-62706E023703}">
                      <ahyp:hlinkClr val="tx"/>
                    </a:ext>
                  </a:extLst>
                </a:hlinkClick>
              </a:rPr>
              <a:t>https://towardsdatascience.com/k-means-clustering-algorithm-applications-evaluation-methods-and-drawbacks-aa03e644b48a</a:t>
            </a:r>
            <a:endParaRPr sz="1200">
              <a:solidFill>
                <a:srgbClr val="000000"/>
              </a:solidFill>
              <a:latin typeface="Arial"/>
              <a:ea typeface="Arial"/>
              <a:cs typeface="Arial"/>
              <a:sym typeface="Arial"/>
            </a:endParaRPr>
          </a:p>
          <a:p>
            <a:pPr indent="0" lvl="0" marL="457200" rtl="0" algn="l">
              <a:lnSpc>
                <a:spcPct val="200000"/>
              </a:lnSpc>
              <a:spcBef>
                <a:spcPts val="0"/>
              </a:spcBef>
              <a:spcAft>
                <a:spcPts val="0"/>
              </a:spcAft>
              <a:buSzPct val="176470"/>
              <a:buNone/>
            </a:pPr>
            <a:r>
              <a:rPr lang="en-GB" sz="1200">
                <a:solidFill>
                  <a:srgbClr val="000000"/>
                </a:solidFill>
                <a:latin typeface="Arial"/>
                <a:ea typeface="Arial"/>
                <a:cs typeface="Arial"/>
                <a:sym typeface="Arial"/>
              </a:rPr>
              <a:t>Bhardwaj, A. (2021, December 14). Silhouette Coefficient - Towards Data Science. Medium. Retrieved July 2, 2022, from https://towardsdatascience.com/silhouette-coefficient-validating-clustering-techniques-e976bb81d10c</a:t>
            </a:r>
            <a:endParaRPr sz="1200">
              <a:solidFill>
                <a:srgbClr val="000000"/>
              </a:solidFill>
              <a:latin typeface="Arial"/>
              <a:ea typeface="Arial"/>
              <a:cs typeface="Arial"/>
              <a:sym typeface="Arial"/>
            </a:endParaRPr>
          </a:p>
          <a:p>
            <a:pPr indent="0" lvl="0" marL="457200" rtl="0" algn="l">
              <a:lnSpc>
                <a:spcPct val="200000"/>
              </a:lnSpc>
              <a:spcBef>
                <a:spcPts val="0"/>
              </a:spcBef>
              <a:spcAft>
                <a:spcPts val="0"/>
              </a:spcAft>
              <a:buSzPct val="176470"/>
              <a:buNone/>
            </a:pPr>
            <a:r>
              <a:t/>
            </a:r>
            <a:endParaRPr sz="1200">
              <a:solidFill>
                <a:srgbClr val="000000"/>
              </a:solidFill>
              <a:latin typeface="Arial"/>
              <a:ea typeface="Arial"/>
              <a:cs typeface="Arial"/>
              <a:sym typeface="Arial"/>
            </a:endParaRPr>
          </a:p>
          <a:p>
            <a:pPr indent="0" lvl="0" marL="457200" rtl="0" algn="l">
              <a:lnSpc>
                <a:spcPct val="200000"/>
              </a:lnSpc>
              <a:spcBef>
                <a:spcPts val="0"/>
              </a:spcBef>
              <a:spcAft>
                <a:spcPts val="0"/>
              </a:spcAft>
              <a:buSzPct val="176470"/>
              <a:buNone/>
            </a:pPr>
            <a:r>
              <a:t/>
            </a:r>
            <a:endParaRPr sz="1200">
              <a:solidFill>
                <a:srgbClr val="000000"/>
              </a:solidFill>
              <a:latin typeface="Arial"/>
              <a:ea typeface="Arial"/>
              <a:cs typeface="Arial"/>
              <a:sym typeface="Arial"/>
            </a:endParaRPr>
          </a:p>
          <a:p>
            <a:pPr indent="0" lvl="0" marL="0" rtl="0" algn="l">
              <a:lnSpc>
                <a:spcPct val="115000"/>
              </a:lnSpc>
              <a:spcBef>
                <a:spcPts val="0"/>
              </a:spcBef>
              <a:spcAft>
                <a:spcPts val="1200"/>
              </a:spcAft>
              <a:buSzPct val="129031"/>
              <a:buNone/>
            </a:pPr>
            <a:r>
              <a:t/>
            </a:r>
            <a:endParaRPr>
              <a:solidFill>
                <a:srgbClr val="FFFFFF"/>
              </a:solidFill>
            </a:endParaRPr>
          </a:p>
        </p:txBody>
      </p:sp>
      <p:sp>
        <p:nvSpPr>
          <p:cNvPr id="312" name="Google Shape;312;p4"/>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FFFFFF"/>
                </a:solidFill>
                <a:latin typeface="Montserrat"/>
                <a:ea typeface="Montserrat"/>
                <a:cs typeface="Montserrat"/>
                <a:sym typeface="Montserrat"/>
              </a:rPr>
              <a:t>03</a:t>
            </a:r>
            <a:endParaRPr b="0" i="0" sz="1300" u="none" cap="none" strike="noStrike">
              <a:solidFill>
                <a:srgbClr val="FFFFFF"/>
              </a:solidFill>
              <a:latin typeface="Arial"/>
              <a:ea typeface="Arial"/>
              <a:cs typeface="Arial"/>
              <a:sym typeface="Arial"/>
            </a:endParaRPr>
          </a:p>
        </p:txBody>
      </p:sp>
      <p:sp>
        <p:nvSpPr>
          <p:cNvPr id="313" name="Google Shape;313;p4"/>
          <p:cNvSpPr txBox="1"/>
          <p:nvPr>
            <p:ph idx="4294967295" type="body"/>
          </p:nvPr>
        </p:nvSpPr>
        <p:spPr>
          <a:xfrm>
            <a:off x="2030400" y="3573363"/>
            <a:ext cx="5877300" cy="8088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1200"/>
              </a:spcAft>
              <a:buSzPct val="129031"/>
              <a:buNone/>
            </a:pPr>
            <a:r>
              <a:rPr lang="en-GB">
                <a:solidFill>
                  <a:srgbClr val="FFFFFF"/>
                </a:solidFill>
              </a:rPr>
              <a:t>Consectetur adipiscing elit. Curabitur eleifend lorem a diam quis suscipit. Class aptent taciti sociosqu ad litora torquent ipsum per conubia nostra.</a:t>
            </a:r>
            <a:endParaRPr>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